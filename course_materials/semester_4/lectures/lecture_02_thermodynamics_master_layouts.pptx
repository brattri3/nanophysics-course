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3.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771" r:id="rId1"/>
    <p:sldMasterId id="2147483657" r:id="rId2"/>
    <p:sldMasterId id="2147483828" r:id="rId3"/>
    <p:sldMasterId id="2147483833" r:id="rId4"/>
  </p:sldMasterIdLst>
  <p:notesMasterIdLst>
    <p:notesMasterId r:id="rId36"/>
  </p:notesMasterIdLst>
  <p:handoutMasterIdLst>
    <p:handoutMasterId r:id="rId37"/>
  </p:handoutMasterIdLst>
  <p:sldIdLst>
    <p:sldId id="1171" r:id="rId5"/>
    <p:sldId id="1126" r:id="rId6"/>
    <p:sldId id="1173" r:id="rId7"/>
    <p:sldId id="1097" r:id="rId8"/>
    <p:sldId id="1172" r:id="rId9"/>
    <p:sldId id="1102" r:id="rId10"/>
    <p:sldId id="1185" r:id="rId11"/>
    <p:sldId id="1174" r:id="rId12"/>
    <p:sldId id="1170" r:id="rId13"/>
    <p:sldId id="1180" r:id="rId14"/>
    <p:sldId id="1181" r:id="rId15"/>
    <p:sldId id="1179" r:id="rId16"/>
    <p:sldId id="1177" r:id="rId17"/>
    <p:sldId id="1186" r:id="rId18"/>
    <p:sldId id="1187" r:id="rId19"/>
    <p:sldId id="1188" r:id="rId20"/>
    <p:sldId id="1194" r:id="rId21"/>
    <p:sldId id="1195" r:id="rId22"/>
    <p:sldId id="1189" r:id="rId23"/>
    <p:sldId id="1198" r:id="rId24"/>
    <p:sldId id="1129" r:id="rId25"/>
    <p:sldId id="1119" r:id="rId26"/>
    <p:sldId id="1175" r:id="rId27"/>
    <p:sldId id="1190" r:id="rId28"/>
    <p:sldId id="1191" r:id="rId29"/>
    <p:sldId id="1120" r:id="rId30"/>
    <p:sldId id="1192" r:id="rId31"/>
    <p:sldId id="1193" r:id="rId32"/>
    <p:sldId id="1197" r:id="rId33"/>
    <p:sldId id="1199" r:id="rId34"/>
    <p:sldId id="1200" r:id="rId35"/>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уководство" id="{E6ECDA77-1B8E-0E4F-8DDA-529EB99512FD}">
          <p14:sldIdLst>
            <p14:sldId id="1171"/>
            <p14:sldId id="1126"/>
            <p14:sldId id="1173"/>
            <p14:sldId id="1097"/>
            <p14:sldId id="1172"/>
            <p14:sldId id="1102"/>
            <p14:sldId id="1185"/>
          </p14:sldIdLst>
        </p14:section>
        <p14:section name="Пример презентации" id="{09F8C32E-5747-4822-BAD0-340E7A748DE7}">
          <p14:sldIdLst>
            <p14:sldId id="1174"/>
            <p14:sldId id="1170"/>
            <p14:sldId id="1180"/>
            <p14:sldId id="1181"/>
            <p14:sldId id="1179"/>
            <p14:sldId id="1177"/>
            <p14:sldId id="1186"/>
            <p14:sldId id="1187"/>
            <p14:sldId id="1188"/>
            <p14:sldId id="1194"/>
            <p14:sldId id="1195"/>
            <p14:sldId id="1189"/>
            <p14:sldId id="1198"/>
            <p14:sldId id="1129"/>
            <p14:sldId id="1119"/>
          </p14:sldIdLst>
        </p14:section>
        <p14:section name="Дополнительные материалы" id="{62AE7809-B62A-4B2F-9EA4-7E7E0961CF08}">
          <p14:sldIdLst>
            <p14:sldId id="1175"/>
            <p14:sldId id="1190"/>
            <p14:sldId id="1191"/>
            <p14:sldId id="1120"/>
          </p14:sldIdLst>
        </p14:section>
        <p14:section name="Макеты для завершения презентации" id="{7BDEF82D-D64F-4A14-9B34-FEADAC1724BD}">
          <p14:sldIdLst>
            <p14:sldId id="1192"/>
            <p14:sldId id="1193"/>
            <p14:sldId id="1197"/>
            <p14:sldId id="1199"/>
            <p14:sldId id="1200"/>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Алексей Малышев" initials="АМ" lastIdx="8" clrIdx="0">
    <p:extLst>
      <p:ext uri="{19B8F6BF-5375-455C-9EA6-DF929625EA0E}">
        <p15:presenceInfo xmlns:p15="http://schemas.microsoft.com/office/powerpoint/2012/main" userId="8ae9c15f625b32bb" providerId="Windows Live"/>
      </p:ext>
    </p:extLst>
  </p:cmAuthor>
  <p:cmAuthor id="2" name="OCTS" initials="O" lastIdx="1" clrIdx="1">
    <p:extLst>
      <p:ext uri="{19B8F6BF-5375-455C-9EA6-DF929625EA0E}">
        <p15:presenceInfo xmlns:p15="http://schemas.microsoft.com/office/powerpoint/2012/main" userId="OCTS" providerId="None"/>
      </p:ext>
    </p:extLst>
  </p:cmAuthor>
  <p:cmAuthor id="3" name="Kostylev Andrey" initials="KA" lastIdx="1" clrIdx="2">
    <p:extLst>
      <p:ext uri="{19B8F6BF-5375-455C-9EA6-DF929625EA0E}">
        <p15:presenceInfo xmlns:p15="http://schemas.microsoft.com/office/powerpoint/2012/main" userId="146efb04217a1102" providerId="Windows Live"/>
      </p:ext>
    </p:extLst>
  </p:cmAuthor>
  <p:cmAuthor id="4" name="Elizaveta Kostyleva" initials="EK" lastIdx="1" clrIdx="3">
    <p:extLst>
      <p:ext uri="{19B8F6BF-5375-455C-9EA6-DF929625EA0E}">
        <p15:presenceInfo xmlns:p15="http://schemas.microsoft.com/office/powerpoint/2012/main" userId="S::ekostyleva@lifevantage.com::e5a115f0-bdb1-48b8-969c-0a472e870de3" providerId="AD"/>
      </p:ext>
    </p:extLst>
  </p:cmAuthor>
  <p:cmAuthor id="5" name="ОЦТС" initials="О" lastIdx="2" clrIdx="4">
    <p:extLst>
      <p:ext uri="{19B8F6BF-5375-455C-9EA6-DF929625EA0E}">
        <p15:presenceInfo xmlns:p15="http://schemas.microsoft.com/office/powerpoint/2012/main" userId="ОЦТС"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AA"/>
    <a:srgbClr val="9D9D9D"/>
    <a:srgbClr val="FEFEFE"/>
    <a:srgbClr val="BFBFBF"/>
  </p:clrMru>
  <p:extLst>
    <p:ext uri="{E76CE94A-603C-4142-B9EB-6D1370010A27}">
      <p14:discardImageEditData xmlns:p14="http://schemas.microsoft.com/office/powerpoint/2010/main" val="1"/>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Светлый стиль 2 — акцент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Средний стиль 1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CF1AB2-1976-4502-BF36-3FF5EA218861}" styleName="Средний стиль 4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Светлый стиль 3 — акцент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C2FFA5D-87B4-456A-9821-1D502468CF0F}" styleName="Стиль из темы 1 - акцент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Нет стиля, нет сетки">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Светлы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35" autoAdjust="0"/>
    <p:restoredTop sz="90520" autoAdjust="0"/>
  </p:normalViewPr>
  <p:slideViewPr>
    <p:cSldViewPr snapToGrid="0" snapToObjects="1">
      <p:cViewPr varScale="1">
        <p:scale>
          <a:sx n="110" d="100"/>
          <a:sy n="110" d="100"/>
        </p:scale>
        <p:origin x="546" y="96"/>
      </p:cViewPr>
      <p:guideLst/>
    </p:cSldViewPr>
  </p:slideViewPr>
  <p:outlineViewPr>
    <p:cViewPr>
      <p:scale>
        <a:sx n="33" d="100"/>
        <a:sy n="33" d="100"/>
      </p:scale>
      <p:origin x="0" y="0"/>
    </p:cViewPr>
  </p:outlineViewPr>
  <p:notesTextViewPr>
    <p:cViewPr>
      <p:scale>
        <a:sx n="400" d="100"/>
        <a:sy n="400" d="100"/>
      </p:scale>
      <p:origin x="0" y="0"/>
    </p:cViewPr>
  </p:notesTextViewPr>
  <p:sorterViewPr>
    <p:cViewPr>
      <p:scale>
        <a:sx n="66" d="100"/>
        <a:sy n="66" d="100"/>
      </p:scale>
      <p:origin x="0" y="-7146"/>
    </p:cViewPr>
  </p:sorterViewPr>
  <p:notesViewPr>
    <p:cSldViewPr snapToGrid="0" snapToObjects="1">
      <p:cViewPr varScale="1">
        <p:scale>
          <a:sx n="85" d="100"/>
          <a:sy n="85" d="100"/>
        </p:scale>
        <p:origin x="3804"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presProps" Target="presProps.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handoutMaster" Target="handoutMasters/handoutMaster1.xml"/><Relationship Id="rId40"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Лист1!$B$1</c:f>
              <c:strCache>
                <c:ptCount val="1"/>
                <c:pt idx="0">
                  <c:v>Ряд 1</c:v>
                </c:pt>
              </c:strCache>
            </c:strRef>
          </c:tx>
          <c:spPr>
            <a:solidFill>
              <a:schemeClr val="accent1"/>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1CA-4411-9554-596843E60CD1}"/>
            </c:ext>
          </c:extLst>
        </c:ser>
        <c:ser>
          <c:idx val="1"/>
          <c:order val="1"/>
          <c:tx>
            <c:strRef>
              <c:f>Лист1!$C$1</c:f>
              <c:strCache>
                <c:ptCount val="1"/>
                <c:pt idx="0">
                  <c:v>Ряд 2</c:v>
                </c:pt>
              </c:strCache>
            </c:strRef>
          </c:tx>
          <c:spPr>
            <a:solidFill>
              <a:schemeClr val="accent2"/>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1CA-4411-9554-596843E60CD1}"/>
            </c:ext>
          </c:extLst>
        </c:ser>
        <c:ser>
          <c:idx val="2"/>
          <c:order val="2"/>
          <c:tx>
            <c:strRef>
              <c:f>Лист1!$D$1</c:f>
              <c:strCache>
                <c:ptCount val="1"/>
                <c:pt idx="0">
                  <c:v>Ряд 3</c:v>
                </c:pt>
              </c:strCache>
            </c:strRef>
          </c:tx>
          <c:spPr>
            <a:solidFill>
              <a:schemeClr val="accent3"/>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41CA-4411-9554-596843E60CD1}"/>
            </c:ext>
          </c:extLst>
        </c:ser>
        <c:dLbls>
          <c:showLegendKey val="0"/>
          <c:showVal val="0"/>
          <c:showCatName val="0"/>
          <c:showSerName val="0"/>
          <c:showPercent val="0"/>
          <c:showBubbleSize val="0"/>
        </c:dLbls>
        <c:gapWidth val="219"/>
        <c:overlap val="-27"/>
        <c:axId val="1017380336"/>
        <c:axId val="1191344480"/>
      </c:barChart>
      <c:catAx>
        <c:axId val="1017380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191344480"/>
        <c:crosses val="autoZero"/>
        <c:auto val="1"/>
        <c:lblAlgn val="ctr"/>
        <c:lblOffset val="100"/>
        <c:noMultiLvlLbl val="0"/>
      </c:catAx>
      <c:valAx>
        <c:axId val="1191344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0173803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78F288-5E3C-4F81-AD43-7789565D295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982D620-2592-455C-9AF4-8E2D0C2F79A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FFCE6C-E7E6-4C35-A8B5-8F9784AA6873}" type="datetimeFigureOut">
              <a:rPr lang="en-US" smtClean="0"/>
              <a:t>9/16/2026</a:t>
            </a:fld>
            <a:endParaRPr lang="en-US"/>
          </a:p>
        </p:txBody>
      </p:sp>
      <p:sp>
        <p:nvSpPr>
          <p:cNvPr id="4" name="Footer Placeholder 3">
            <a:extLst>
              <a:ext uri="{FF2B5EF4-FFF2-40B4-BE49-F238E27FC236}">
                <a16:creationId xmlns:a16="http://schemas.microsoft.com/office/drawing/2014/main" id="{F55628E3-CFC5-471A-B6A2-9F949B2E81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4586937-338C-4D39-8822-B1F000CF62F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3E77762-F59A-4FB1-90F9-50BE76F03354}" type="slidenum">
              <a:rPr lang="en-US" smtClean="0"/>
              <a:t>‹#›</a:t>
            </a:fld>
            <a:endParaRPr lang="en-US"/>
          </a:p>
        </p:txBody>
      </p:sp>
    </p:spTree>
    <p:extLst>
      <p:ext uri="{BB962C8B-B14F-4D97-AF65-F5344CB8AC3E}">
        <p14:creationId xmlns:p14="http://schemas.microsoft.com/office/powerpoint/2010/main" val="15485588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D46D5B-6567-794D-8CBA-5CCA973D6774}" type="datetimeFigureOut">
              <a:t>16.09.2026</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EDE2F8-02D4-C448-B364-7246A6689E7F}" type="slidenum">
              <a:t>‹#›</a:t>
            </a:fld>
            <a:endParaRPr lang="ru-RU"/>
          </a:p>
        </p:txBody>
      </p:sp>
    </p:spTree>
    <p:extLst>
      <p:ext uri="{BB962C8B-B14F-4D97-AF65-F5344CB8AC3E}">
        <p14:creationId xmlns:p14="http://schemas.microsoft.com/office/powerpoint/2010/main" val="1687934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2</a:t>
            </a:fld>
            <a:endParaRPr lang="ru-RU" dirty="0"/>
          </a:p>
        </p:txBody>
      </p:sp>
    </p:spTree>
    <p:extLst>
      <p:ext uri="{BB962C8B-B14F-4D97-AF65-F5344CB8AC3E}">
        <p14:creationId xmlns:p14="http://schemas.microsoft.com/office/powerpoint/2010/main" val="18741725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3</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4</a:t>
            </a:fld>
            <a:endParaRPr lang="ru-RU" dirty="0"/>
          </a:p>
        </p:txBody>
      </p:sp>
    </p:spTree>
    <p:extLst>
      <p:ext uri="{BB962C8B-B14F-4D97-AF65-F5344CB8AC3E}">
        <p14:creationId xmlns:p14="http://schemas.microsoft.com/office/powerpoint/2010/main" val="1524003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5</a:t>
            </a:fld>
            <a:endParaRPr lang="ru-RU" dirty="0"/>
          </a:p>
        </p:txBody>
      </p:sp>
    </p:spTree>
    <p:extLst>
      <p:ext uri="{BB962C8B-B14F-4D97-AF65-F5344CB8AC3E}">
        <p14:creationId xmlns:p14="http://schemas.microsoft.com/office/powerpoint/2010/main" val="3779948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6</a:t>
            </a:fld>
            <a:endParaRPr lang="ru-RU" dirty="0"/>
          </a:p>
        </p:txBody>
      </p:sp>
    </p:spTree>
    <p:extLst>
      <p:ext uri="{BB962C8B-B14F-4D97-AF65-F5344CB8AC3E}">
        <p14:creationId xmlns:p14="http://schemas.microsoft.com/office/powerpoint/2010/main" val="1093752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11</a:t>
            </a:fld>
            <a:endParaRPr lang="ru-RU" dirty="0"/>
          </a:p>
        </p:txBody>
      </p:sp>
    </p:spTree>
    <p:extLst>
      <p:ext uri="{BB962C8B-B14F-4D97-AF65-F5344CB8AC3E}">
        <p14:creationId xmlns:p14="http://schemas.microsoft.com/office/powerpoint/2010/main" val="36929185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12</a:t>
            </a:fld>
            <a:endParaRPr lang="ru-RU" dirty="0"/>
          </a:p>
        </p:txBody>
      </p:sp>
    </p:spTree>
    <p:extLst>
      <p:ext uri="{BB962C8B-B14F-4D97-AF65-F5344CB8AC3E}">
        <p14:creationId xmlns:p14="http://schemas.microsoft.com/office/powerpoint/2010/main" val="317947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30</a:t>
            </a:fld>
            <a:endParaRPr lang="ru-RU"/>
          </a:p>
        </p:txBody>
      </p:sp>
    </p:spTree>
    <p:extLst>
      <p:ext uri="{BB962C8B-B14F-4D97-AF65-F5344CB8AC3E}">
        <p14:creationId xmlns:p14="http://schemas.microsoft.com/office/powerpoint/2010/main" val="28087548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31</a:t>
            </a:fld>
            <a:endParaRPr lang="ru-RU"/>
          </a:p>
        </p:txBody>
      </p:sp>
    </p:spTree>
    <p:extLst>
      <p:ext uri="{BB962C8B-B14F-4D97-AF65-F5344CB8AC3E}">
        <p14:creationId xmlns:p14="http://schemas.microsoft.com/office/powerpoint/2010/main" val="1388352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Титульная страниц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176EB76-0898-4F71-9685-0F9BE4E1FB42}"/>
              </a:ext>
            </a:extLst>
          </p:cNvPr>
          <p:cNvSpPr>
            <a:spLocks noGrp="1"/>
          </p:cNvSpPr>
          <p:nvPr>
            <p:ph type="title"/>
          </p:nvPr>
        </p:nvSpPr>
        <p:spPr/>
        <p:txBody>
          <a:bodyPr/>
          <a:lstStyle/>
          <a:p>
            <a:r>
              <a:rPr lang="ru-RU"/>
              <a:t>Образец заголовка</a:t>
            </a:r>
          </a:p>
        </p:txBody>
      </p:sp>
      <p:sp>
        <p:nvSpPr>
          <p:cNvPr id="4" name="Текст 3">
            <a:extLst>
              <a:ext uri="{FF2B5EF4-FFF2-40B4-BE49-F238E27FC236}">
                <a16:creationId xmlns:a16="http://schemas.microsoft.com/office/drawing/2014/main" id="{17CD38B1-ACC6-416C-AF72-6F91347F95C0}"/>
              </a:ext>
            </a:extLst>
          </p:cNvPr>
          <p:cNvSpPr>
            <a:spLocks noGrp="1"/>
          </p:cNvSpPr>
          <p:nvPr>
            <p:ph type="body" sz="quarter" idx="10" hasCustomPrompt="1"/>
          </p:nvPr>
        </p:nvSpPr>
        <p:spPr>
          <a:xfrm>
            <a:off x="550863" y="4568243"/>
            <a:ext cx="6330950" cy="841155"/>
          </a:xfrm>
        </p:spPr>
        <p:txBody>
          <a:bodyPr/>
          <a:lstStyle>
            <a:lvl1pPr>
              <a:spcBef>
                <a:spcPts val="0"/>
              </a:spcBef>
              <a:defRPr/>
            </a:lvl1pPr>
            <a:lvl3pPr marL="914400" indent="0">
              <a:buNone/>
              <a:defRPr/>
            </a:lvl3pPr>
          </a:lstStyle>
          <a:p>
            <a:pPr lvl="0"/>
            <a:r>
              <a:rPr lang="ru-RU" dirty="0"/>
              <a:t>Имя Фамилия </a:t>
            </a:r>
          </a:p>
        </p:txBody>
      </p:sp>
      <p:sp>
        <p:nvSpPr>
          <p:cNvPr id="9" name="Текст 8">
            <a:extLst>
              <a:ext uri="{FF2B5EF4-FFF2-40B4-BE49-F238E27FC236}">
                <a16:creationId xmlns:a16="http://schemas.microsoft.com/office/drawing/2014/main" id="{F0C140D7-ACA5-419A-846F-D1888293EFFD}"/>
              </a:ext>
            </a:extLst>
          </p:cNvPr>
          <p:cNvSpPr>
            <a:spLocks noGrp="1"/>
          </p:cNvSpPr>
          <p:nvPr>
            <p:ph type="body" sz="quarter" idx="12" hasCustomPrompt="1"/>
          </p:nvPr>
        </p:nvSpPr>
        <p:spPr>
          <a:xfrm>
            <a:off x="8152598" y="5993952"/>
            <a:ext cx="3488540" cy="387798"/>
          </a:xfrm>
        </p:spPr>
        <p:txBody>
          <a:bodyPr/>
          <a:lstStyle>
            <a:lvl2pPr>
              <a:defRPr/>
            </a:lvl2pPr>
            <a:lvl3pPr marL="914400" indent="0">
              <a:buNone/>
              <a:defRPr/>
            </a:lvl3pPr>
          </a:lstStyle>
          <a:p>
            <a:pPr lvl="1"/>
            <a:r>
              <a:rPr lang="ru-RU" dirty="0"/>
              <a:t>Дата</a:t>
            </a:r>
          </a:p>
        </p:txBody>
      </p:sp>
    </p:spTree>
    <p:extLst>
      <p:ext uri="{BB962C8B-B14F-4D97-AF65-F5344CB8AC3E}">
        <p14:creationId xmlns:p14="http://schemas.microsoft.com/office/powerpoint/2010/main" val="2891415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Текст - 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748982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15587045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Текст - 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5184775" cy="5040312"/>
          </a:xfrm>
        </p:spPr>
        <p:txBody>
          <a:bodyPr numCol="1" spcCol="720000"/>
          <a:lstStyle>
            <a:lvl1pPr>
              <a:spcAft>
                <a:spcPts val="1200"/>
              </a:spcAft>
              <a:defRPr/>
            </a:lvl1pPr>
          </a:lstStyle>
          <a:p>
            <a:pPr lvl="0"/>
            <a:r>
              <a:rPr lang="ru-RU" dirty="0"/>
              <a:t>Образец текста</a:t>
            </a:r>
          </a:p>
        </p:txBody>
      </p:sp>
      <p:sp>
        <p:nvSpPr>
          <p:cNvPr id="7" name="Текст 5">
            <a:extLst>
              <a:ext uri="{FF2B5EF4-FFF2-40B4-BE49-F238E27FC236}">
                <a16:creationId xmlns:a16="http://schemas.microsoft.com/office/drawing/2014/main" id="{C75DE5C1-456E-4D90-87F0-D35E9FD23C36}"/>
              </a:ext>
            </a:extLst>
          </p:cNvPr>
          <p:cNvSpPr>
            <a:spLocks noGrp="1"/>
          </p:cNvSpPr>
          <p:nvPr>
            <p:ph type="body" sz="quarter" idx="13"/>
          </p:nvPr>
        </p:nvSpPr>
        <p:spPr>
          <a:xfrm>
            <a:off x="6456364" y="1341437"/>
            <a:ext cx="518477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19624846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Текст - две колонки в одном блок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11090275" cy="5040312"/>
          </a:xfrm>
        </p:spPr>
        <p:txBody>
          <a:bodyPr numCol="2"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097472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341438"/>
            <a:ext cx="7475537" cy="5040312"/>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Tree>
    <p:extLst>
      <p:ext uri="{BB962C8B-B14F-4D97-AF65-F5344CB8AC3E}">
        <p14:creationId xmlns:p14="http://schemas.microsoft.com/office/powerpoint/2010/main" val="4272128385"/>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Один блок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819276"/>
            <a:ext cx="7475537" cy="4562474"/>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7475536" cy="635000"/>
          </a:xfrm>
        </p:spPr>
        <p:txBody>
          <a:bodyPr/>
          <a:lstStyle/>
          <a:p>
            <a:pPr lvl="1"/>
            <a:r>
              <a:rPr lang="ru-RU" dirty="0"/>
              <a:t>Второй уровень</a:t>
            </a:r>
          </a:p>
        </p:txBody>
      </p:sp>
    </p:spTree>
    <p:extLst>
      <p:ext uri="{BB962C8B-B14F-4D97-AF65-F5344CB8AC3E}">
        <p14:creationId xmlns:p14="http://schemas.microsoft.com/office/powerpoint/2010/main" val="225615683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8" name="Объект 7">
            <a:extLst>
              <a:ext uri="{FF2B5EF4-FFF2-40B4-BE49-F238E27FC236}">
                <a16:creationId xmlns:a16="http://schemas.microsoft.com/office/drawing/2014/main" id="{04B2F2CF-1F6E-4737-8380-2ACFF853EA40}"/>
              </a:ext>
            </a:extLst>
          </p:cNvPr>
          <p:cNvSpPr>
            <a:spLocks noGrp="1"/>
          </p:cNvSpPr>
          <p:nvPr>
            <p:ph sz="quarter" idx="12"/>
          </p:nvPr>
        </p:nvSpPr>
        <p:spPr>
          <a:xfrm>
            <a:off x="5508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0" name="Объект 9">
            <a:extLst>
              <a:ext uri="{FF2B5EF4-FFF2-40B4-BE49-F238E27FC236}">
                <a16:creationId xmlns:a16="http://schemas.microsoft.com/office/drawing/2014/main" id="{484797F9-7539-4EA9-A418-767254923B78}"/>
              </a:ext>
            </a:extLst>
          </p:cNvPr>
          <p:cNvSpPr>
            <a:spLocks noGrp="1"/>
          </p:cNvSpPr>
          <p:nvPr>
            <p:ph sz="quarter" idx="13"/>
          </p:nvPr>
        </p:nvSpPr>
        <p:spPr>
          <a:xfrm>
            <a:off x="64563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Tree>
    <p:extLst>
      <p:ext uri="{BB962C8B-B14F-4D97-AF65-F5344CB8AC3E}">
        <p14:creationId xmlns:p14="http://schemas.microsoft.com/office/powerpoint/2010/main" val="3254276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Два блока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3"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5184775" cy="635000"/>
          </a:xfrm>
        </p:spPr>
        <p:txBody>
          <a:bodyPr/>
          <a:lstStyle/>
          <a:p>
            <a:pPr lvl="1"/>
            <a:r>
              <a:rPr lang="ru-RU" dirty="0"/>
              <a:t>Второй уровень</a:t>
            </a:r>
          </a:p>
        </p:txBody>
      </p:sp>
      <p:sp>
        <p:nvSpPr>
          <p:cNvPr id="8" name="Объект 6">
            <a:extLst>
              <a:ext uri="{FF2B5EF4-FFF2-40B4-BE49-F238E27FC236}">
                <a16:creationId xmlns:a16="http://schemas.microsoft.com/office/drawing/2014/main" id="{9A78599F-D79E-4281-BEF4-7422CEEA54BF}"/>
              </a:ext>
            </a:extLst>
          </p:cNvPr>
          <p:cNvSpPr>
            <a:spLocks noGrp="1"/>
          </p:cNvSpPr>
          <p:nvPr>
            <p:ph sz="quarter" idx="15"/>
          </p:nvPr>
        </p:nvSpPr>
        <p:spPr>
          <a:xfrm>
            <a:off x="6466194"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9" name="Текст 5">
            <a:extLst>
              <a:ext uri="{FF2B5EF4-FFF2-40B4-BE49-F238E27FC236}">
                <a16:creationId xmlns:a16="http://schemas.microsoft.com/office/drawing/2014/main" id="{42A86BF5-AF69-48DE-AFDD-C1FAD65027C5}"/>
              </a:ext>
            </a:extLst>
          </p:cNvPr>
          <p:cNvSpPr>
            <a:spLocks noGrp="1"/>
          </p:cNvSpPr>
          <p:nvPr>
            <p:ph type="body" sz="quarter" idx="16" hasCustomPrompt="1"/>
          </p:nvPr>
        </p:nvSpPr>
        <p:spPr>
          <a:xfrm>
            <a:off x="6466194" y="1341438"/>
            <a:ext cx="5184775" cy="635000"/>
          </a:xfrm>
        </p:spPr>
        <p:txBody>
          <a:bodyPr/>
          <a:lstStyle/>
          <a:p>
            <a:pPr lvl="1"/>
            <a:r>
              <a:rPr lang="ru-RU" dirty="0"/>
              <a:t>Второй уровень</a:t>
            </a:r>
          </a:p>
        </p:txBody>
      </p:sp>
    </p:spTree>
    <p:extLst>
      <p:ext uri="{BB962C8B-B14F-4D97-AF65-F5344CB8AC3E}">
        <p14:creationId xmlns:p14="http://schemas.microsoft.com/office/powerpoint/2010/main" val="911244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Пустой слайд с заголовком">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Tree>
    <p:extLst>
      <p:ext uri="{BB962C8B-B14F-4D97-AF65-F5344CB8AC3E}">
        <p14:creationId xmlns:p14="http://schemas.microsoft.com/office/powerpoint/2010/main" val="171735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1">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26875"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42AFB8C0-5C8E-4D3D-ADF9-00059CE618CF}"/>
              </a:ext>
            </a:extLst>
          </p:cNvPr>
          <p:cNvSpPr txBox="1"/>
          <p:nvPr userDrawn="1"/>
        </p:nvSpPr>
        <p:spPr>
          <a:xfrm>
            <a:off x="9541404"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Tree>
    <p:extLst>
      <p:ext uri="{BB962C8B-B14F-4D97-AF65-F5344CB8AC3E}">
        <p14:creationId xmlns:p14="http://schemas.microsoft.com/office/powerpoint/2010/main" val="27387716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2">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41843"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0205243"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3"/>
          <a:srcRect r="5385"/>
          <a:stretch/>
        </p:blipFill>
        <p:spPr>
          <a:xfrm>
            <a:off x="10776480" y="5500691"/>
            <a:ext cx="864658" cy="913871"/>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676746"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
        <p:nvSpPr>
          <p:cNvPr id="14" name="TextBox 13">
            <a:extLst>
              <a:ext uri="{FF2B5EF4-FFF2-40B4-BE49-F238E27FC236}">
                <a16:creationId xmlns:a16="http://schemas.microsoft.com/office/drawing/2014/main" id="{83A6AFA2-D81A-4798-AEC0-3F4A7A8C22AC}"/>
              </a:ext>
            </a:extLst>
          </p:cNvPr>
          <p:cNvSpPr txBox="1"/>
          <p:nvPr userDrawn="1"/>
        </p:nvSpPr>
        <p:spPr>
          <a:xfrm>
            <a:off x="571238" y="6179006"/>
            <a:ext cx="3205060" cy="21544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solidFill>
                  <a:schemeClr val="bg1">
                    <a:lumMod val="50000"/>
                  </a:schemeClr>
                </a:solidFill>
              </a:rPr>
              <a:t>© </a:t>
            </a:r>
            <a:r>
              <a:rPr lang="ru-RU" sz="1100" b="0" dirty="0">
                <a:solidFill>
                  <a:schemeClr val="bg1">
                    <a:lumMod val="50000"/>
                  </a:schemeClr>
                </a:solidFill>
              </a:rPr>
              <a:t>ГУАП, 2023</a:t>
            </a:r>
            <a:endParaRPr lang="ru-RU" sz="1400" b="0" dirty="0">
              <a:solidFill>
                <a:schemeClr val="bg1">
                  <a:lumMod val="50000"/>
                </a:schemeClr>
              </a:solidFill>
            </a:endParaRPr>
          </a:p>
        </p:txBody>
      </p:sp>
    </p:spTree>
    <p:extLst>
      <p:ext uri="{BB962C8B-B14F-4D97-AF65-F5344CB8AC3E}">
        <p14:creationId xmlns:p14="http://schemas.microsoft.com/office/powerpoint/2010/main" val="21900396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3 - для выступлений">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Tree>
    <p:extLst>
      <p:ext uri="{BB962C8B-B14F-4D97-AF65-F5344CB8AC3E}">
        <p14:creationId xmlns:p14="http://schemas.microsoft.com/office/powerpoint/2010/main" val="19915095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4 - с контактами">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
        <p:nvSpPr>
          <p:cNvPr id="4" name="Текст 3">
            <a:extLst>
              <a:ext uri="{FF2B5EF4-FFF2-40B4-BE49-F238E27FC236}">
                <a16:creationId xmlns:a16="http://schemas.microsoft.com/office/drawing/2014/main" id="{03FAF823-6E65-4BE2-B22A-CEAA3977E75E}"/>
              </a:ext>
            </a:extLst>
          </p:cNvPr>
          <p:cNvSpPr>
            <a:spLocks noGrp="1"/>
          </p:cNvSpPr>
          <p:nvPr>
            <p:ph type="body" sz="quarter" idx="10" hasCustomPrompt="1"/>
          </p:nvPr>
        </p:nvSpPr>
        <p:spPr>
          <a:xfrm>
            <a:off x="6456363" y="3275544"/>
            <a:ext cx="5184775" cy="1997341"/>
          </a:xfrm>
        </p:spPr>
        <p:txBody>
          <a:bodyPr anchor="ctr" anchorCtr="0"/>
          <a:lstStyle>
            <a:lvl1pPr algn="r">
              <a:defRPr>
                <a:solidFill>
                  <a:schemeClr val="tx1"/>
                </a:solidFill>
              </a:defRPr>
            </a:lvl1pPr>
          </a:lstStyle>
          <a:p>
            <a:pPr lvl="0"/>
            <a:r>
              <a:rPr lang="ru-RU" dirty="0"/>
              <a:t>Контакты</a:t>
            </a:r>
          </a:p>
        </p:txBody>
      </p:sp>
    </p:spTree>
    <p:extLst>
      <p:ext uri="{BB962C8B-B14F-4D97-AF65-F5344CB8AC3E}">
        <p14:creationId xmlns:p14="http://schemas.microsoft.com/office/powerpoint/2010/main" val="40015763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Пустой слайд">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30978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image" Target="../media/image3.svg"/><Relationship Id="rId5" Type="http://schemas.openxmlformats.org/officeDocument/2006/relationships/theme" Target="../theme/theme3.xml"/><Relationship Id="rId4" Type="http://schemas.openxmlformats.org/officeDocument/2006/relationships/slideLayout" Target="../slideLayouts/slideLayout8.xml"/></Relationships>
</file>

<file path=ppt/slideMasters/_rels/slideMaster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Layout" Target="../slideLayouts/slideLayout11.xml"/><Relationship Id="rId7" Type="http://schemas.openxmlformats.org/officeDocument/2006/relationships/theme" Target="../theme/theme4.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DA26B8BC-9AE2-41D8-8A90-8D1C0A2A554B}"/>
              </a:ext>
            </a:extLst>
          </p:cNvPr>
          <p:cNvSpPr/>
          <p:nvPr userDrawn="1"/>
        </p:nvSpPr>
        <p:spPr>
          <a:xfrm>
            <a:off x="0" y="0"/>
            <a:ext cx="12192000" cy="6858000"/>
          </a:xfrm>
          <a:prstGeom prst="rect">
            <a:avLst/>
          </a:prstGeom>
          <a:blipFill>
            <a:blip r:embed="rId3"/>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8" name="Рисунок 7">
            <a:extLst>
              <a:ext uri="{FF2B5EF4-FFF2-40B4-BE49-F238E27FC236}">
                <a16:creationId xmlns:a16="http://schemas.microsoft.com/office/drawing/2014/main" id="{85009951-9659-4924-B8D1-D9994BE1E4E5}"/>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r="56155"/>
          <a:stretch/>
        </p:blipFill>
        <p:spPr>
          <a:xfrm>
            <a:off x="550865" y="304376"/>
            <a:ext cx="2827336" cy="1095375"/>
          </a:xfrm>
          <a:prstGeom prst="rect">
            <a:avLst/>
          </a:prstGeom>
        </p:spPr>
      </p:pic>
      <p:sp>
        <p:nvSpPr>
          <p:cNvPr id="2" name="Заголовок 1">
            <a:extLst>
              <a:ext uri="{FF2B5EF4-FFF2-40B4-BE49-F238E27FC236}">
                <a16:creationId xmlns:a16="http://schemas.microsoft.com/office/drawing/2014/main" id="{6739E3CC-EBAD-4C68-8215-E3D1E33887DA}"/>
              </a:ext>
            </a:extLst>
          </p:cNvPr>
          <p:cNvSpPr>
            <a:spLocks noGrp="1"/>
          </p:cNvSpPr>
          <p:nvPr>
            <p:ph type="title"/>
          </p:nvPr>
        </p:nvSpPr>
        <p:spPr>
          <a:xfrm>
            <a:off x="550864" y="2509678"/>
            <a:ext cx="8051638" cy="1325563"/>
          </a:xfrm>
          <a:prstGeom prst="rect">
            <a:avLst/>
          </a:prstGeom>
        </p:spPr>
        <p:txBody>
          <a:bodyPr vert="horz" lIns="0" tIns="0" rIns="0" bIns="0" rtlCol="0" anchor="b" anchorCtr="0">
            <a:normAutofit/>
          </a:bodyPr>
          <a:lstStyle/>
          <a:p>
            <a:r>
              <a:rPr lang="ru-RU" dirty="0"/>
              <a:t>Образец заголовка</a:t>
            </a:r>
          </a:p>
        </p:txBody>
      </p:sp>
      <p:sp>
        <p:nvSpPr>
          <p:cNvPr id="3" name="Текст 2">
            <a:extLst>
              <a:ext uri="{FF2B5EF4-FFF2-40B4-BE49-F238E27FC236}">
                <a16:creationId xmlns:a16="http://schemas.microsoft.com/office/drawing/2014/main" id="{E220187D-590C-4FB1-A787-08B69F583E60}"/>
              </a:ext>
            </a:extLst>
          </p:cNvPr>
          <p:cNvSpPr>
            <a:spLocks noGrp="1"/>
          </p:cNvSpPr>
          <p:nvPr>
            <p:ph type="body" idx="1"/>
          </p:nvPr>
        </p:nvSpPr>
        <p:spPr>
          <a:xfrm>
            <a:off x="550863" y="4568243"/>
            <a:ext cx="6234948" cy="1004784"/>
          </a:xfrm>
          <a:prstGeom prst="rect">
            <a:avLst/>
          </a:prstGeom>
        </p:spPr>
        <p:txBody>
          <a:bodyPr vert="horz" lIns="0" tIns="0" rIns="0" bIns="0" rtlCol="0">
            <a:normAutofit/>
          </a:bodyPr>
          <a:lstStyle/>
          <a:p>
            <a:pPr lvl="0"/>
            <a:r>
              <a:rPr lang="ru-RU" dirty="0"/>
              <a:t>Образец текста</a:t>
            </a:r>
          </a:p>
          <a:p>
            <a:pPr lvl="1"/>
            <a:r>
              <a:rPr lang="ru-RU" dirty="0"/>
              <a:t>Дата</a:t>
            </a:r>
          </a:p>
        </p:txBody>
      </p:sp>
    </p:spTree>
    <p:extLst>
      <p:ext uri="{BB962C8B-B14F-4D97-AF65-F5344CB8AC3E}">
        <p14:creationId xmlns:p14="http://schemas.microsoft.com/office/powerpoint/2010/main" val="1624853327"/>
      </p:ext>
    </p:extLst>
  </p:cSld>
  <p:clrMap bg1="lt1" tx1="dk1" bg2="lt2" tx2="dk2" accent1="accent1" accent2="accent2" accent3="accent3" accent4="accent4" accent5="accent5" accent6="accent6" hlink="hlink" folHlink="folHlink"/>
  <p:sldLayoutIdLst>
    <p:sldLayoutId id="2147483773" r:id="rId1"/>
  </p:sldLayoutIdLst>
  <p:txStyles>
    <p:titleStyle>
      <a:lvl1pPr algn="l" defTabSz="914400" rtl="0" eaLnBrk="1" latinLnBrk="0" hangingPunct="1">
        <a:lnSpc>
          <a:spcPct val="100000"/>
        </a:lnSpc>
        <a:spcBef>
          <a:spcPct val="0"/>
        </a:spcBef>
        <a:buNone/>
        <a:defRPr sz="36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0" indent="0" algn="r" defTabSz="914400" rtl="0" eaLnBrk="1" latinLnBrk="0" hangingPunct="1">
        <a:lnSpc>
          <a:spcPct val="100000"/>
        </a:lnSpc>
        <a:spcBef>
          <a:spcPts val="500"/>
        </a:spcBef>
        <a:buFont typeface="Arial" panose="020B0604020202020204" pitchFamily="34" charset="0"/>
        <a:buNone/>
        <a:defRPr sz="3200" kern="1200">
          <a:solidFill>
            <a:schemeClr val="accent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402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8444A2A7-9511-4B2D-A046-C71363808B05}"/>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684128004"/>
      </p:ext>
    </p:extLst>
  </p:cSld>
  <p:clrMap bg1="lt1" tx1="dk1" bg2="lt2" tx2="dk2" accent1="accent1" accent2="accent2" accent3="accent3" accent4="accent4" accent5="accent5" accent6="accent6" hlink="hlink" folHlink="folHlink"/>
  <p:sldLayoutIdLst>
    <p:sldLayoutId id="2147483802" r:id="rId1"/>
    <p:sldLayoutId id="2147483801" r:id="rId2"/>
    <p:sldLayoutId id="2147483759" r:id="rId3"/>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69BA297-C05B-4A1B-BC54-4DA26B4C6721}"/>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09859909"/>
      </p:ext>
    </p:extLst>
  </p:cSld>
  <p:clrMap bg1="lt1" tx1="dk1" bg2="lt2" tx2="dk2" accent1="accent1" accent2="accent2" accent3="accent3" accent4="accent4" accent5="accent5" accent6="accent6" hlink="hlink" folHlink="folHlink"/>
  <p:sldLayoutIdLst>
    <p:sldLayoutId id="2147483830" r:id="rId1"/>
    <p:sldLayoutId id="2147483844" r:id="rId2"/>
    <p:sldLayoutId id="2147483832" r:id="rId3"/>
    <p:sldLayoutId id="2147483845" r:id="rId4"/>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414C9C7-3F3B-4FAE-B19C-B28F0A67B7F7}"/>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96249641"/>
      </p:ext>
    </p:extLst>
  </p:cSld>
  <p:clrMap bg1="lt1" tx1="dk1" bg2="lt2" tx2="dk2" accent1="accent1" accent2="accent2" accent3="accent3" accent4="accent4" accent5="accent5" accent6="accent6" hlink="hlink" folHlink="folHlink"/>
  <p:sldLayoutIdLst>
    <p:sldLayoutId id="2147483841" r:id="rId1"/>
    <p:sldLayoutId id="2147483846" r:id="rId2"/>
    <p:sldLayoutId id="2147483847" r:id="rId3"/>
    <p:sldLayoutId id="2147483849" r:id="rId4"/>
    <p:sldLayoutId id="2147483850" r:id="rId5"/>
    <p:sldLayoutId id="2147483843" r:id="rId6"/>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4067" userDrawn="1">
          <p15:clr>
            <a:srgbClr val="F26B43"/>
          </p15:clr>
        </p15:guide>
        <p15:guide id="6" pos="3613"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svg"/><Relationship Id="rId18" Type="http://schemas.openxmlformats.org/officeDocument/2006/relationships/image" Target="../media/image32.svg"/><Relationship Id="rId3" Type="http://schemas.openxmlformats.org/officeDocument/2006/relationships/image" Target="../media/image17.svg"/><Relationship Id="rId21" Type="http://schemas.openxmlformats.org/officeDocument/2006/relationships/image" Target="../media/image35.svg"/><Relationship Id="rId7" Type="http://schemas.openxmlformats.org/officeDocument/2006/relationships/image" Target="../media/image21.svg"/><Relationship Id="rId12" Type="http://schemas.openxmlformats.org/officeDocument/2006/relationships/image" Target="../media/image26.svg"/><Relationship Id="rId17" Type="http://schemas.openxmlformats.org/officeDocument/2006/relationships/image" Target="../media/image31.svg"/><Relationship Id="rId25" Type="http://schemas.openxmlformats.org/officeDocument/2006/relationships/image" Target="../media/image39.svg"/><Relationship Id="rId2" Type="http://schemas.openxmlformats.org/officeDocument/2006/relationships/image" Target="../media/image16.svg"/><Relationship Id="rId16" Type="http://schemas.openxmlformats.org/officeDocument/2006/relationships/image" Target="../media/image30.svg"/><Relationship Id="rId20" Type="http://schemas.openxmlformats.org/officeDocument/2006/relationships/image" Target="../media/image34.svg"/><Relationship Id="rId1" Type="http://schemas.openxmlformats.org/officeDocument/2006/relationships/slideLayout" Target="../slideLayouts/slideLayout9.xml"/><Relationship Id="rId6" Type="http://schemas.openxmlformats.org/officeDocument/2006/relationships/image" Target="../media/image20.svg"/><Relationship Id="rId11" Type="http://schemas.openxmlformats.org/officeDocument/2006/relationships/image" Target="../media/image25.svg"/><Relationship Id="rId24" Type="http://schemas.openxmlformats.org/officeDocument/2006/relationships/image" Target="../media/image38.svg"/><Relationship Id="rId5" Type="http://schemas.openxmlformats.org/officeDocument/2006/relationships/image" Target="../media/image19.svg"/><Relationship Id="rId15" Type="http://schemas.openxmlformats.org/officeDocument/2006/relationships/image" Target="../media/image29.svg"/><Relationship Id="rId23" Type="http://schemas.openxmlformats.org/officeDocument/2006/relationships/image" Target="../media/image37.svg"/><Relationship Id="rId10" Type="http://schemas.openxmlformats.org/officeDocument/2006/relationships/image" Target="../media/image24.svg"/><Relationship Id="rId19" Type="http://schemas.openxmlformats.org/officeDocument/2006/relationships/image" Target="../media/image33.svg"/><Relationship Id="rId4" Type="http://schemas.openxmlformats.org/officeDocument/2006/relationships/image" Target="../media/image18.svg"/><Relationship Id="rId9" Type="http://schemas.openxmlformats.org/officeDocument/2006/relationships/image" Target="../media/image23.svg"/><Relationship Id="rId14" Type="http://schemas.openxmlformats.org/officeDocument/2006/relationships/image" Target="../media/image28.svg"/><Relationship Id="rId22" Type="http://schemas.openxmlformats.org/officeDocument/2006/relationships/image" Target="../media/image36.svg"/></Relationships>
</file>

<file path=ppt/slides/_rels/slide25.xml.rels><?xml version="1.0" encoding="UTF-8" standalone="yes"?>
<Relationships xmlns="http://schemas.openxmlformats.org/package/2006/relationships"><Relationship Id="rId8" Type="http://schemas.openxmlformats.org/officeDocument/2006/relationships/image" Target="../media/image46.svg"/><Relationship Id="rId13" Type="http://schemas.openxmlformats.org/officeDocument/2006/relationships/image" Target="../media/image51.svg"/><Relationship Id="rId18" Type="http://schemas.openxmlformats.org/officeDocument/2006/relationships/image" Target="../media/image56.svg"/><Relationship Id="rId3" Type="http://schemas.openxmlformats.org/officeDocument/2006/relationships/image" Target="../media/image41.svg"/><Relationship Id="rId21" Type="http://schemas.openxmlformats.org/officeDocument/2006/relationships/image" Target="../media/image59.svg"/><Relationship Id="rId7" Type="http://schemas.openxmlformats.org/officeDocument/2006/relationships/image" Target="../media/image45.svg"/><Relationship Id="rId12" Type="http://schemas.openxmlformats.org/officeDocument/2006/relationships/image" Target="../media/image50.svg"/><Relationship Id="rId17" Type="http://schemas.openxmlformats.org/officeDocument/2006/relationships/image" Target="../media/image55.svg"/><Relationship Id="rId25" Type="http://schemas.openxmlformats.org/officeDocument/2006/relationships/image" Target="../media/image63.svg"/><Relationship Id="rId2" Type="http://schemas.openxmlformats.org/officeDocument/2006/relationships/image" Target="../media/image40.svg"/><Relationship Id="rId16" Type="http://schemas.openxmlformats.org/officeDocument/2006/relationships/image" Target="../media/image54.svg"/><Relationship Id="rId20" Type="http://schemas.openxmlformats.org/officeDocument/2006/relationships/image" Target="../media/image58.svg"/><Relationship Id="rId1" Type="http://schemas.openxmlformats.org/officeDocument/2006/relationships/slideLayout" Target="../slideLayouts/slideLayout9.xml"/><Relationship Id="rId6" Type="http://schemas.openxmlformats.org/officeDocument/2006/relationships/image" Target="../media/image44.svg"/><Relationship Id="rId11" Type="http://schemas.openxmlformats.org/officeDocument/2006/relationships/image" Target="../media/image49.svg"/><Relationship Id="rId24" Type="http://schemas.openxmlformats.org/officeDocument/2006/relationships/image" Target="../media/image62.svg"/><Relationship Id="rId5" Type="http://schemas.openxmlformats.org/officeDocument/2006/relationships/image" Target="../media/image43.svg"/><Relationship Id="rId15" Type="http://schemas.openxmlformats.org/officeDocument/2006/relationships/image" Target="../media/image53.svg"/><Relationship Id="rId23" Type="http://schemas.openxmlformats.org/officeDocument/2006/relationships/image" Target="../media/image61.svg"/><Relationship Id="rId10" Type="http://schemas.openxmlformats.org/officeDocument/2006/relationships/image" Target="../media/image48.svg"/><Relationship Id="rId19" Type="http://schemas.openxmlformats.org/officeDocument/2006/relationships/image" Target="../media/image57.svg"/><Relationship Id="rId4" Type="http://schemas.openxmlformats.org/officeDocument/2006/relationships/image" Target="../media/image42.svg"/><Relationship Id="rId9" Type="http://schemas.openxmlformats.org/officeDocument/2006/relationships/image" Target="../media/image47.svg"/><Relationship Id="rId14" Type="http://schemas.openxmlformats.org/officeDocument/2006/relationships/image" Target="../media/image52.svg"/><Relationship Id="rId22" Type="http://schemas.openxmlformats.org/officeDocument/2006/relationships/image" Target="../media/image60.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Фирменный стиль </a:t>
            </a:r>
            <a:br>
              <a:rPr lang="ru-RU" dirty="0"/>
            </a:br>
            <a:r>
              <a:rPr lang="ru-RU" dirty="0"/>
              <a:t>презентаций</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Управление цифрового развития. </a:t>
            </a:r>
            <a:br>
              <a:rPr lang="ru-RU" dirty="0"/>
            </a:br>
            <a:r>
              <a:rPr lang="ru-RU" dirty="0"/>
              <a:t>Отдел цифровой трансформации и сервисов</a:t>
            </a:r>
          </a:p>
        </p:txBody>
      </p:sp>
      <p:sp>
        <p:nvSpPr>
          <p:cNvPr id="4" name="Текст 3">
            <a:extLst>
              <a:ext uri="{FF2B5EF4-FFF2-40B4-BE49-F238E27FC236}">
                <a16:creationId xmlns:a16="http://schemas.microsoft.com/office/drawing/2014/main" id="{EC26AC53-244B-4289-B3B5-D31C1BFD52F7}"/>
              </a:ext>
            </a:extLst>
          </p:cNvPr>
          <p:cNvSpPr>
            <a:spLocks noGrp="1"/>
          </p:cNvSpPr>
          <p:nvPr>
            <p:ph type="body" sz="quarter" idx="12"/>
          </p:nvPr>
        </p:nvSpPr>
        <p:spPr/>
        <p:txBody>
          <a:bodyPr>
            <a:normAutofit fontScale="92500" lnSpcReduction="20000"/>
          </a:bodyPr>
          <a:lstStyle/>
          <a:p>
            <a:pPr lvl="1"/>
            <a:r>
              <a:rPr lang="ru-RU" dirty="0"/>
              <a:t>2023</a:t>
            </a:r>
          </a:p>
        </p:txBody>
      </p:sp>
    </p:spTree>
    <p:extLst>
      <p:ext uri="{BB962C8B-B14F-4D97-AF65-F5344CB8AC3E}">
        <p14:creationId xmlns:p14="http://schemas.microsoft.com/office/powerpoint/2010/main" val="27058158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направляющие,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a:bodyPr>
          <a:lstStyle/>
          <a:p>
            <a:pPr lvl="5"/>
            <a:r>
              <a:rPr lang="ru-RU" dirty="0"/>
              <a:t>При формировании содержимого слайда основным ориентиром служат заданные направляющие. Все объекты слайда должны размещаться и выравниваться с учетом этих направляющих. Включить направляющие можно во вкладке Вид — Отображение (см. рисунок — 1).</a:t>
            </a:r>
          </a:p>
          <a:p>
            <a:pPr lvl="5"/>
            <a:r>
              <a:rPr lang="ru-RU" dirty="0"/>
              <a:t>В презентации используется 2 стиля компоновки информации: </a:t>
            </a:r>
            <a:r>
              <a:rPr lang="ru-RU" dirty="0" err="1"/>
              <a:t>одноколоночная</a:t>
            </a:r>
            <a:r>
              <a:rPr lang="ru-RU" dirty="0"/>
              <a:t> и </a:t>
            </a:r>
            <a:r>
              <a:rPr lang="ru-RU" dirty="0" err="1"/>
              <a:t>двухколоночная</a:t>
            </a:r>
            <a:r>
              <a:rPr lang="ru-RU" dirty="0"/>
              <a:t>.</a:t>
            </a:r>
          </a:p>
          <a:p>
            <a:pPr lvl="5"/>
            <a:r>
              <a:rPr lang="ru-RU" dirty="0"/>
              <a:t>Основной точкой привязки для содержимого является верхний левый угол рабочего поля презентации и направляющие, образующие его (см. рисунок — 2).</a:t>
            </a:r>
          </a:p>
          <a:p>
            <a:pPr lvl="5"/>
            <a:r>
              <a:rPr lang="ru-RU" dirty="0"/>
              <a:t>При переносе информации из других презентаций </a:t>
            </a:r>
            <a:r>
              <a:rPr lang="en-US" dirty="0"/>
              <a:t>Power Point</a:t>
            </a:r>
            <a:r>
              <a:rPr lang="ru-RU" dirty="0"/>
              <a:t> необходимо ее переформатирование с помощью стилей настоящего шаблона.</a:t>
            </a:r>
          </a:p>
          <a:p>
            <a:pPr lvl="1"/>
            <a:endParaRPr lang="ru-RU" dirty="0"/>
          </a:p>
        </p:txBody>
      </p:sp>
      <p:sp>
        <p:nvSpPr>
          <p:cNvPr id="13" name="Текст 4">
            <a:extLst>
              <a:ext uri="{FF2B5EF4-FFF2-40B4-BE49-F238E27FC236}">
                <a16:creationId xmlns:a16="http://schemas.microsoft.com/office/drawing/2014/main" id="{993A51E0-594E-4829-B37D-2694C1C3ED60}"/>
              </a:ext>
            </a:extLst>
          </p:cNvPr>
          <p:cNvSpPr txBox="1">
            <a:spLocks/>
          </p:cNvSpPr>
          <p:nvPr/>
        </p:nvSpPr>
        <p:spPr>
          <a:xfrm>
            <a:off x="6456362" y="4065973"/>
            <a:ext cx="5184775" cy="23157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00"/>
              </a:spcAft>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500"/>
              </a:spcBef>
              <a:spcAft>
                <a:spcPts val="100"/>
              </a:spcAft>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10000"/>
              </a:lnSpc>
              <a:spcBef>
                <a:spcPts val="500"/>
              </a:spcBef>
              <a:spcAft>
                <a:spcPts val="100"/>
              </a:spcAft>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10000"/>
              </a:lnSpc>
              <a:spcBef>
                <a:spcPts val="500"/>
              </a:spcBef>
              <a:spcAft>
                <a:spcPts val="100"/>
              </a:spcAft>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10000"/>
              </a:lnSpc>
              <a:spcBef>
                <a:spcPts val="500"/>
              </a:spcBef>
              <a:spcAft>
                <a:spcPts val="100"/>
              </a:spcAft>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110000"/>
              </a:lnSpc>
              <a:spcBef>
                <a:spcPts val="500"/>
              </a:spcBef>
              <a:spcAft>
                <a:spcPts val="100"/>
              </a:spcAft>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5"/>
            <a:endParaRPr lang="ru-RU" dirty="0"/>
          </a:p>
        </p:txBody>
      </p:sp>
      <p:grpSp>
        <p:nvGrpSpPr>
          <p:cNvPr id="20" name="Группа 19">
            <a:extLst>
              <a:ext uri="{FF2B5EF4-FFF2-40B4-BE49-F238E27FC236}">
                <a16:creationId xmlns:a16="http://schemas.microsoft.com/office/drawing/2014/main" id="{7E79F8B7-AD6A-46C8-9952-26F3642EBBAE}"/>
              </a:ext>
            </a:extLst>
          </p:cNvPr>
          <p:cNvGrpSpPr/>
          <p:nvPr/>
        </p:nvGrpSpPr>
        <p:grpSpPr>
          <a:xfrm>
            <a:off x="6440302" y="1341438"/>
            <a:ext cx="5200835" cy="2232025"/>
            <a:chOff x="6440302" y="1341438"/>
            <a:chExt cx="5200835" cy="2232025"/>
          </a:xfrm>
        </p:grpSpPr>
        <p:pic>
          <p:nvPicPr>
            <p:cNvPr id="10" name="Рисунок 9">
              <a:extLst>
                <a:ext uri="{FF2B5EF4-FFF2-40B4-BE49-F238E27FC236}">
                  <a16:creationId xmlns:a16="http://schemas.microsoft.com/office/drawing/2014/main" id="{2BC27AB1-DBE4-486C-8EC9-971B8F2A6D73}"/>
                </a:ext>
              </a:extLst>
            </p:cNvPr>
            <p:cNvPicPr>
              <a:picLocks noChangeAspect="1"/>
            </p:cNvPicPr>
            <p:nvPr/>
          </p:nvPicPr>
          <p:blipFill rotWithShape="1">
            <a:blip r:embed="rId3"/>
            <a:srcRect l="66699" r="11456" b="50000"/>
            <a:stretch/>
          </p:blipFill>
          <p:spPr>
            <a:xfrm>
              <a:off x="6440302" y="1341438"/>
              <a:ext cx="5200835" cy="2232025"/>
            </a:xfrm>
            <a:prstGeom prst="rect">
              <a:avLst/>
            </a:prstGeom>
          </p:spPr>
        </p:pic>
        <p:cxnSp>
          <p:nvCxnSpPr>
            <p:cNvPr id="11" name="Прямая со стрелкой 10">
              <a:extLst>
                <a:ext uri="{FF2B5EF4-FFF2-40B4-BE49-F238E27FC236}">
                  <a16:creationId xmlns:a16="http://schemas.microsoft.com/office/drawing/2014/main" id="{12B4CF2D-E92C-43BA-A4FB-F843B82289F0}"/>
                </a:ext>
              </a:extLst>
            </p:cNvPr>
            <p:cNvCxnSpPr/>
            <p:nvPr/>
          </p:nvCxnSpPr>
          <p:spPr>
            <a:xfrm>
              <a:off x="8234310" y="176206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2" name="Прямоугольник 11">
              <a:extLst>
                <a:ext uri="{FF2B5EF4-FFF2-40B4-BE49-F238E27FC236}">
                  <a16:creationId xmlns:a16="http://schemas.microsoft.com/office/drawing/2014/main" id="{3CE6A167-8BB7-4BDC-BA73-1C3D2DD30574}"/>
                </a:ext>
              </a:extLst>
            </p:cNvPr>
            <p:cNvSpPr/>
            <p:nvPr/>
          </p:nvSpPr>
          <p:spPr>
            <a:xfrm>
              <a:off x="8813430" y="1606333"/>
              <a:ext cx="730620" cy="384865"/>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18" name="Прямоугольный треугольник 17">
              <a:extLst>
                <a:ext uri="{FF2B5EF4-FFF2-40B4-BE49-F238E27FC236}">
                  <a16:creationId xmlns:a16="http://schemas.microsoft.com/office/drawing/2014/main" id="{0CB9D3DB-7A5F-4A58-A984-67B3D7C16AFF}"/>
                </a:ext>
              </a:extLst>
            </p:cNvPr>
            <p:cNvSpPr/>
            <p:nvPr/>
          </p:nvSpPr>
          <p:spPr>
            <a:xfrm rot="16200000" flipH="1" flipV="1">
              <a:off x="8783332" y="2721684"/>
              <a:ext cx="316348" cy="328790"/>
            </a:xfrm>
            <a:prstGeom prst="rtTriangle">
              <a:avLst/>
            </a:prstGeom>
            <a:solidFill>
              <a:schemeClr val="accent2">
                <a:alpha val="85000"/>
              </a:schemeClr>
            </a:solidFill>
            <a:ln>
              <a:no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9" name="Прямая со стрелкой 18">
              <a:extLst>
                <a:ext uri="{FF2B5EF4-FFF2-40B4-BE49-F238E27FC236}">
                  <a16:creationId xmlns:a16="http://schemas.microsoft.com/office/drawing/2014/main" id="{43B948AE-4C2F-4160-9384-27C0EAE4D513}"/>
                </a:ext>
              </a:extLst>
            </p:cNvPr>
            <p:cNvCxnSpPr/>
            <p:nvPr/>
          </p:nvCxnSpPr>
          <p:spPr>
            <a:xfrm>
              <a:off x="8197991" y="2863048"/>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
        <p:nvSpPr>
          <p:cNvPr id="21" name="Прямоугольник 20">
            <a:extLst>
              <a:ext uri="{FF2B5EF4-FFF2-40B4-BE49-F238E27FC236}">
                <a16:creationId xmlns:a16="http://schemas.microsoft.com/office/drawing/2014/main" id="{6C81DE63-F12B-4AA7-9F70-8DB55C1C6962}"/>
              </a:ext>
            </a:extLst>
          </p:cNvPr>
          <p:cNvSpPr/>
          <p:nvPr/>
        </p:nvSpPr>
        <p:spPr>
          <a:xfrm>
            <a:off x="7824072" y="1469677"/>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1</a:t>
            </a:r>
          </a:p>
        </p:txBody>
      </p:sp>
      <p:sp>
        <p:nvSpPr>
          <p:cNvPr id="22" name="Прямоугольник 21">
            <a:extLst>
              <a:ext uri="{FF2B5EF4-FFF2-40B4-BE49-F238E27FC236}">
                <a16:creationId xmlns:a16="http://schemas.microsoft.com/office/drawing/2014/main" id="{4D6F991C-174F-4D7F-8A1B-D6223A003599}"/>
              </a:ext>
            </a:extLst>
          </p:cNvPr>
          <p:cNvSpPr/>
          <p:nvPr/>
        </p:nvSpPr>
        <p:spPr>
          <a:xfrm>
            <a:off x="7787753" y="2570660"/>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2</a:t>
            </a:r>
          </a:p>
        </p:txBody>
      </p:sp>
    </p:spTree>
    <p:extLst>
      <p:ext uri="{BB962C8B-B14F-4D97-AF65-F5344CB8AC3E}">
        <p14:creationId xmlns:p14="http://schemas.microsoft.com/office/powerpoint/2010/main" val="547314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макеты и цветовая палитра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rPr lang="ru-RU" dirty="0"/>
              <a:t>Макеты страниц </a:t>
            </a:r>
          </a:p>
          <a:p>
            <a:pPr lvl="5"/>
            <a:r>
              <a:rPr lang="ru-RU" dirty="0"/>
              <a:t>Для корректной работы в шаблоне всё содержимое презентации необходимо размещать внутри блоков, изначально заданных в макетах страниц (Рисунок 1).</a:t>
            </a:r>
          </a:p>
          <a:p>
            <a:pPr lvl="5"/>
            <a:r>
              <a:rPr lang="ru-RU" dirty="0"/>
              <a:t>При необходимости возможна модификация шаблонов путем изменения размеров текстовых или графических блоков в рамках заданных направляющих.</a:t>
            </a:r>
          </a:p>
          <a:p>
            <a:pPr lvl="5"/>
            <a:r>
              <a:rPr lang="ru-RU" dirty="0"/>
              <a:t>В любом случае расстояние между блоками информации должно быть не меньше, чем заданное направляющими.</a:t>
            </a:r>
          </a:p>
          <a:p>
            <a:pPr>
              <a:spcBef>
                <a:spcPts val="1800"/>
              </a:spcBef>
            </a:pPr>
            <a:r>
              <a:rPr lang="ru-RU" dirty="0"/>
              <a:t>Цветовая палитра</a:t>
            </a:r>
          </a:p>
          <a:p>
            <a:pPr lvl="5"/>
            <a:r>
              <a:rPr lang="ru-RU" dirty="0"/>
              <a:t>Используются только цвета предустановленной палитры (Рисунок 2). </a:t>
            </a:r>
          </a:p>
          <a:p>
            <a:pPr lvl="5"/>
            <a:r>
              <a:rPr lang="ru-RU" dirty="0"/>
              <a:t>Недопустимо задание цветов с помощью расширенных настроек.</a:t>
            </a:r>
          </a:p>
        </p:txBody>
      </p:sp>
      <p:grpSp>
        <p:nvGrpSpPr>
          <p:cNvPr id="6" name="Группа 5">
            <a:extLst>
              <a:ext uri="{FF2B5EF4-FFF2-40B4-BE49-F238E27FC236}">
                <a16:creationId xmlns:a16="http://schemas.microsoft.com/office/drawing/2014/main" id="{0D120F50-CCA0-4189-A31A-4669760BD154}"/>
              </a:ext>
            </a:extLst>
          </p:cNvPr>
          <p:cNvGrpSpPr/>
          <p:nvPr/>
        </p:nvGrpSpPr>
        <p:grpSpPr>
          <a:xfrm>
            <a:off x="6462654" y="4379898"/>
            <a:ext cx="4372494" cy="1923803"/>
            <a:chOff x="6462654" y="1341438"/>
            <a:chExt cx="5178482" cy="2278421"/>
          </a:xfrm>
        </p:grpSpPr>
        <p:pic>
          <p:nvPicPr>
            <p:cNvPr id="17" name="Рисунок 16">
              <a:extLst>
                <a:ext uri="{FF2B5EF4-FFF2-40B4-BE49-F238E27FC236}">
                  <a16:creationId xmlns:a16="http://schemas.microsoft.com/office/drawing/2014/main" id="{82D9ED6A-0A34-4981-8CB8-A5C1598208D2}"/>
                </a:ext>
              </a:extLst>
            </p:cNvPr>
            <p:cNvPicPr>
              <a:picLocks noChangeAspect="1"/>
            </p:cNvPicPr>
            <p:nvPr/>
          </p:nvPicPr>
          <p:blipFill rotWithShape="1">
            <a:blip r:embed="rId3"/>
            <a:srcRect l="33770" t="-2" r="49456" b="60644"/>
            <a:stretch/>
          </p:blipFill>
          <p:spPr>
            <a:xfrm>
              <a:off x="6462654" y="1341438"/>
              <a:ext cx="5178482" cy="2278421"/>
            </a:xfrm>
            <a:prstGeom prst="rect">
              <a:avLst/>
            </a:prstGeom>
          </p:spPr>
        </p:pic>
        <p:cxnSp>
          <p:nvCxnSpPr>
            <p:cNvPr id="18" name="Прямая со стрелкой 17">
              <a:extLst>
                <a:ext uri="{FF2B5EF4-FFF2-40B4-BE49-F238E27FC236}">
                  <a16:creationId xmlns:a16="http://schemas.microsoft.com/office/drawing/2014/main" id="{D01E1E0A-2D80-44E9-8407-5DA687579065}"/>
                </a:ext>
              </a:extLst>
            </p:cNvPr>
            <p:cNvCxnSpPr/>
            <p:nvPr/>
          </p:nvCxnSpPr>
          <p:spPr>
            <a:xfrm>
              <a:off x="8969310" y="234427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9" name="Прямоугольник 18">
              <a:extLst>
                <a:ext uri="{FF2B5EF4-FFF2-40B4-BE49-F238E27FC236}">
                  <a16:creationId xmlns:a16="http://schemas.microsoft.com/office/drawing/2014/main" id="{9C80BF71-28AE-4D05-A109-7E1A024E0A74}"/>
                </a:ext>
              </a:extLst>
            </p:cNvPr>
            <p:cNvSpPr/>
            <p:nvPr/>
          </p:nvSpPr>
          <p:spPr>
            <a:xfrm>
              <a:off x="9548430" y="2035690"/>
              <a:ext cx="941769" cy="62813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pic>
        <p:nvPicPr>
          <p:cNvPr id="2" name="Рисунок 1">
            <a:extLst>
              <a:ext uri="{FF2B5EF4-FFF2-40B4-BE49-F238E27FC236}">
                <a16:creationId xmlns:a16="http://schemas.microsoft.com/office/drawing/2014/main" id="{615750CC-18BA-44D3-AFAB-D6CD617F8DF7}"/>
              </a:ext>
            </a:extLst>
          </p:cNvPr>
          <p:cNvPicPr>
            <a:picLocks noChangeAspect="1"/>
          </p:cNvPicPr>
          <p:nvPr/>
        </p:nvPicPr>
        <p:blipFill rotWithShape="1">
          <a:blip r:embed="rId4"/>
          <a:srcRect l="66875" r="13752" b="47600"/>
          <a:stretch/>
        </p:blipFill>
        <p:spPr>
          <a:xfrm>
            <a:off x="6462654" y="1601226"/>
            <a:ext cx="4372494" cy="2217424"/>
          </a:xfrm>
          <a:prstGeom prst="rect">
            <a:avLst/>
          </a:prstGeom>
        </p:spPr>
      </p:pic>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cxnSp>
        <p:nvCxnSpPr>
          <p:cNvPr id="13" name="Прямая со стрелкой 12">
            <a:extLst>
              <a:ext uri="{FF2B5EF4-FFF2-40B4-BE49-F238E27FC236}">
                <a16:creationId xmlns:a16="http://schemas.microsoft.com/office/drawing/2014/main" id="{E43AA925-6F6B-42E3-A4D4-244EB3DFAE45}"/>
              </a:ext>
            </a:extLst>
          </p:cNvPr>
          <p:cNvCxnSpPr/>
          <p:nvPr/>
        </p:nvCxnSpPr>
        <p:spPr>
          <a:xfrm>
            <a:off x="6946865" y="2113674"/>
            <a:ext cx="488985"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664585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pPr lvl="5"/>
            <a:r>
              <a:rPr lang="ru-RU" dirty="0"/>
              <a:t>Шрифт всей презентации </a:t>
            </a:r>
            <a:r>
              <a:rPr lang="en-US" dirty="0"/>
              <a:t>Arial.</a:t>
            </a:r>
            <a:r>
              <a:rPr lang="ru-RU" dirty="0"/>
              <a:t> Кегль: 18±2. </a:t>
            </a:r>
          </a:p>
          <a:p>
            <a:pPr lvl="5"/>
            <a:r>
              <a:rPr lang="ru-RU" dirty="0"/>
              <a:t>При расположении текста в одну колонку (макет «Текст – один блок») строка текста не должна превышать ¾ колонки всей ширины (зеленая направляющая на макете).</a:t>
            </a:r>
          </a:p>
          <a:p>
            <a:pPr lvl="5"/>
            <a:r>
              <a:rPr lang="ru-RU" dirty="0"/>
              <a:t>При расположении текста в две колонки (макеты «Текст – два блока» или «Текст – две колонки в одном блоке») строка текста должна умещаться в рамках колонок, определенных направляющими.</a:t>
            </a:r>
          </a:p>
          <a:p>
            <a:pPr lvl="5"/>
            <a:r>
              <a:rPr lang="ru-RU" dirty="0"/>
              <a:t>В презентации должны быть использованы предустановленные стили, определяющие структурную логику текста (Рисунок 1). </a:t>
            </a:r>
          </a:p>
          <a:p>
            <a:pPr marL="265113" lvl="4">
              <a:spcBef>
                <a:spcPts val="1200"/>
              </a:spcBef>
              <a:spcAft>
                <a:spcPts val="2400"/>
              </a:spcAft>
            </a:pPr>
            <a:r>
              <a:rPr lang="ru-RU" sz="1400" dirty="0"/>
              <a:t>Задавать стиль нужно </a:t>
            </a:r>
            <a:r>
              <a:rPr lang="ru-RU" sz="1400" dirty="0">
                <a:solidFill>
                  <a:schemeClr val="accent2"/>
                </a:solidFill>
              </a:rPr>
              <a:t>(!)</a:t>
            </a:r>
            <a:r>
              <a:rPr lang="ru-RU" sz="1400" dirty="0"/>
              <a:t> с помощью функции увеличения/уменьшения отступа во вкладе Главная (Рисунок 2). При клике на иконках происходит последовательное переключение предустановленных стилей для выделенного текста (в порядке, представленном на Рисунке 1).</a:t>
            </a:r>
          </a:p>
        </p:txBody>
      </p:sp>
      <p:sp>
        <p:nvSpPr>
          <p:cNvPr id="13" name="Текст 12">
            <a:extLst>
              <a:ext uri="{FF2B5EF4-FFF2-40B4-BE49-F238E27FC236}">
                <a16:creationId xmlns:a16="http://schemas.microsoft.com/office/drawing/2014/main" id="{AF574ACF-B8EF-4C3A-8621-3AD5F34FFA40}"/>
              </a:ext>
            </a:extLst>
          </p:cNvPr>
          <p:cNvSpPr>
            <a:spLocks noGrp="1"/>
          </p:cNvSpPr>
          <p:nvPr>
            <p:ph type="body" sz="quarter" idx="4294967295"/>
          </p:nvPr>
        </p:nvSpPr>
        <p:spPr>
          <a:xfrm>
            <a:off x="6563170" y="1690815"/>
            <a:ext cx="4948015" cy="2096575"/>
          </a:xfrm>
        </p:spPr>
        <p:txBody>
          <a:bodyPr>
            <a:normAutofit/>
          </a:bodyPr>
          <a:lstStyle/>
          <a:p>
            <a:pPr>
              <a:spcAft>
                <a:spcPts val="600"/>
              </a:spcAft>
            </a:pPr>
            <a:r>
              <a:rPr lang="ru-RU" sz="1600" dirty="0"/>
              <a:t>Подзаголовок </a:t>
            </a:r>
          </a:p>
          <a:p>
            <a:pPr lvl="1">
              <a:spcAft>
                <a:spcPts val="600"/>
              </a:spcAft>
            </a:pPr>
            <a:r>
              <a:rPr lang="ru-RU" sz="1400" dirty="0"/>
              <a:t>Заголовок таблицы, диаграммы </a:t>
            </a:r>
          </a:p>
          <a:p>
            <a:pPr lvl="2">
              <a:spcAft>
                <a:spcPts val="600"/>
              </a:spcAft>
            </a:pPr>
            <a:r>
              <a:rPr lang="ru-RU" sz="1100" dirty="0"/>
              <a:t>Подпись рисунка</a:t>
            </a:r>
          </a:p>
          <a:p>
            <a:pPr lvl="3">
              <a:spcAft>
                <a:spcPts val="600"/>
              </a:spcAft>
            </a:pPr>
            <a:r>
              <a:rPr lang="ru-RU" sz="1400" dirty="0"/>
              <a:t>Текст</a:t>
            </a:r>
          </a:p>
          <a:p>
            <a:pPr lvl="4">
              <a:spcAft>
                <a:spcPts val="600"/>
              </a:spcAft>
            </a:pPr>
            <a:r>
              <a:rPr lang="ru-RU" sz="1200" dirty="0"/>
              <a:t>Выделенный абзац </a:t>
            </a:r>
          </a:p>
          <a:p>
            <a:pPr lvl="5">
              <a:spcAft>
                <a:spcPts val="600"/>
              </a:spcAft>
            </a:pPr>
            <a:r>
              <a:rPr lang="ru-RU" sz="1200" dirty="0"/>
              <a:t>Маркеры</a:t>
            </a:r>
          </a:p>
          <a:p>
            <a:pPr lvl="6">
              <a:spcAft>
                <a:spcPts val="600"/>
              </a:spcAft>
            </a:pPr>
            <a:r>
              <a:rPr lang="ru-RU" sz="1200" dirty="0"/>
              <a:t>Нумерация</a:t>
            </a:r>
          </a:p>
          <a:p>
            <a:endParaRPr lang="ru-RU" dirty="0"/>
          </a:p>
        </p:txBody>
      </p:sp>
      <p:pic>
        <p:nvPicPr>
          <p:cNvPr id="2" name="Рисунок 1">
            <a:extLst>
              <a:ext uri="{FF2B5EF4-FFF2-40B4-BE49-F238E27FC236}">
                <a16:creationId xmlns:a16="http://schemas.microsoft.com/office/drawing/2014/main" id="{FDCF0441-DBAF-48D7-8652-BA12B39AB3B0}"/>
              </a:ext>
            </a:extLst>
          </p:cNvPr>
          <p:cNvPicPr>
            <a:picLocks noChangeAspect="1"/>
          </p:cNvPicPr>
          <p:nvPr/>
        </p:nvPicPr>
        <p:blipFill rotWithShape="1">
          <a:blip r:embed="rId3"/>
          <a:srcRect l="66917" t="1" r="16929" b="68139"/>
          <a:stretch/>
        </p:blipFill>
        <p:spPr>
          <a:xfrm>
            <a:off x="6482001" y="4386613"/>
            <a:ext cx="5147564" cy="1903479"/>
          </a:xfrm>
          <a:prstGeom prst="rect">
            <a:avLst/>
          </a:prstGeom>
        </p:spPr>
      </p:pic>
      <p:cxnSp>
        <p:nvCxnSpPr>
          <p:cNvPr id="7" name="Прямая со стрелкой 6">
            <a:extLst>
              <a:ext uri="{FF2B5EF4-FFF2-40B4-BE49-F238E27FC236}">
                <a16:creationId xmlns:a16="http://schemas.microsoft.com/office/drawing/2014/main" id="{9E88170F-DE3A-4EEC-A6F3-1622FD31F1FA}"/>
              </a:ext>
            </a:extLst>
          </p:cNvPr>
          <p:cNvCxnSpPr/>
          <p:nvPr/>
        </p:nvCxnSpPr>
        <p:spPr>
          <a:xfrm>
            <a:off x="9822419" y="4901000"/>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6" name="Прямоугольник 5">
            <a:extLst>
              <a:ext uri="{FF2B5EF4-FFF2-40B4-BE49-F238E27FC236}">
                <a16:creationId xmlns:a16="http://schemas.microsoft.com/office/drawing/2014/main" id="{A7E5177F-E472-42D3-9398-B962E657F365}"/>
              </a:ext>
            </a:extLst>
          </p:cNvPr>
          <p:cNvSpPr/>
          <p:nvPr/>
        </p:nvSpPr>
        <p:spPr>
          <a:xfrm>
            <a:off x="10401539" y="4754913"/>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Рисунок 14">
            <a:extLst>
              <a:ext uri="{FF2B5EF4-FFF2-40B4-BE49-F238E27FC236}">
                <a16:creationId xmlns:a16="http://schemas.microsoft.com/office/drawing/2014/main" id="{002FCD1D-A6F6-4909-8DEE-1CAD2B8C4FDA}"/>
              </a:ext>
            </a:extLst>
          </p:cNvPr>
          <p:cNvPicPr>
            <a:picLocks noChangeAspect="1"/>
          </p:cNvPicPr>
          <p:nvPr/>
        </p:nvPicPr>
        <p:blipFill rotWithShape="1">
          <a:blip r:embed="rId3"/>
          <a:srcRect l="79207" t="6389" r="19888" b="90661"/>
          <a:stretch/>
        </p:blipFill>
        <p:spPr>
          <a:xfrm>
            <a:off x="10580760" y="4960441"/>
            <a:ext cx="833604" cy="509481"/>
          </a:xfrm>
          <a:prstGeom prst="rect">
            <a:avLst/>
          </a:prstGeom>
          <a:ln w="19050">
            <a:solidFill>
              <a:schemeClr val="accent2"/>
            </a:solidFill>
          </a:ln>
        </p:spPr>
      </p:pic>
      <p:sp>
        <p:nvSpPr>
          <p:cNvPr id="22" name="Прямоугольник 21">
            <a:extLst>
              <a:ext uri="{FF2B5EF4-FFF2-40B4-BE49-F238E27FC236}">
                <a16:creationId xmlns:a16="http://schemas.microsoft.com/office/drawing/2014/main" id="{5C0B0DF9-6AC1-4D59-A230-A7F4D0B5F89B}"/>
              </a:ext>
            </a:extLst>
          </p:cNvPr>
          <p:cNvSpPr/>
          <p:nvPr/>
        </p:nvSpPr>
        <p:spPr>
          <a:xfrm>
            <a:off x="6456364" y="1605356"/>
            <a:ext cx="5184773" cy="2230067"/>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23" name="Текст 4">
            <a:extLst>
              <a:ext uri="{FF2B5EF4-FFF2-40B4-BE49-F238E27FC236}">
                <a16:creationId xmlns:a16="http://schemas.microsoft.com/office/drawing/2014/main" id="{33B88A7B-33A2-4587-927A-64DAAC5E1570}"/>
              </a:ext>
            </a:extLst>
          </p:cNvPr>
          <p:cNvSpPr txBox="1">
            <a:spLocks/>
          </p:cNvSpPr>
          <p:nvPr/>
        </p:nvSpPr>
        <p:spPr>
          <a:xfrm>
            <a:off x="6456364" y="1286776"/>
            <a:ext cx="5184774"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Стили текста</a:t>
            </a:r>
          </a:p>
        </p:txBody>
      </p:sp>
      <p:sp>
        <p:nvSpPr>
          <p:cNvPr id="24" name="Текст 4">
            <a:extLst>
              <a:ext uri="{FF2B5EF4-FFF2-40B4-BE49-F238E27FC236}">
                <a16:creationId xmlns:a16="http://schemas.microsoft.com/office/drawing/2014/main" id="{E4059684-06E7-498B-BD51-6D7106794AA8}"/>
              </a:ext>
            </a:extLst>
          </p:cNvPr>
          <p:cNvSpPr txBox="1">
            <a:spLocks/>
          </p:cNvSpPr>
          <p:nvPr/>
        </p:nvSpPr>
        <p:spPr>
          <a:xfrm>
            <a:off x="6444789" y="4037452"/>
            <a:ext cx="5184776"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Переключение стилей текста</a:t>
            </a:r>
          </a:p>
        </p:txBody>
      </p:sp>
    </p:spTree>
    <p:extLst>
      <p:ext uri="{BB962C8B-B14F-4D97-AF65-F5344CB8AC3E}">
        <p14:creationId xmlns:p14="http://schemas.microsoft.com/office/powerpoint/2010/main" val="1908339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r>
              <a:rPr lang="ru-RU" dirty="0"/>
              <a:t>Выделение текста</a:t>
            </a:r>
          </a:p>
          <a:p>
            <a:pPr lvl="3"/>
            <a:r>
              <a:rPr lang="ru-RU" dirty="0"/>
              <a:t>В презентации могут быть использованы 3 типа выделения текста:</a:t>
            </a:r>
          </a:p>
          <a:p>
            <a:pPr lvl="5"/>
            <a:r>
              <a:rPr lang="ru-RU" dirty="0"/>
              <a:t>Выделение абзаца целиком: при помощи предустановленного стиля (Пример 1, см. Функция «увеличение/уменьшение отступа» на слайде 4).</a:t>
            </a:r>
          </a:p>
          <a:p>
            <a:pPr lvl="5"/>
            <a:r>
              <a:rPr lang="ru-RU" dirty="0"/>
              <a:t>Выделение терминов: курсив + цвет «Темно-синий, акцент 1» из палитры (Пример 2).</a:t>
            </a:r>
          </a:p>
          <a:p>
            <a:pPr lvl="5"/>
            <a:r>
              <a:rPr lang="ru-RU" dirty="0"/>
              <a:t>Выделение частных примеров и т.п.: курсив (Пример 3).</a:t>
            </a:r>
          </a:p>
          <a:p>
            <a:pPr lvl="4"/>
            <a:endParaRPr lang="ru-RU" dirty="0"/>
          </a:p>
          <a:p>
            <a:pPr lvl="4"/>
            <a:r>
              <a:rPr lang="ru-RU" dirty="0"/>
              <a:t>Также для создания визуального акцента фрагмент текста может быть заключен в рамку. Для этого скопируйте рамку на этом слайде и вставьте в нужное место вашей презентации.</a:t>
            </a:r>
          </a:p>
          <a:p>
            <a:pPr lvl="5"/>
            <a:endParaRPr lang="ru-RU" dirty="0"/>
          </a:p>
        </p:txBody>
      </p:sp>
      <p:sp>
        <p:nvSpPr>
          <p:cNvPr id="8" name="Текст 7">
            <a:extLst>
              <a:ext uri="{FF2B5EF4-FFF2-40B4-BE49-F238E27FC236}">
                <a16:creationId xmlns:a16="http://schemas.microsoft.com/office/drawing/2014/main" id="{5C0C748A-087F-4B14-9236-28D0B662F630}"/>
              </a:ext>
            </a:extLst>
          </p:cNvPr>
          <p:cNvSpPr>
            <a:spLocks noGrp="1"/>
          </p:cNvSpPr>
          <p:nvPr>
            <p:ph type="body" sz="quarter" idx="4294967295"/>
          </p:nvPr>
        </p:nvSpPr>
        <p:spPr>
          <a:xfrm>
            <a:off x="6554625" y="1427147"/>
            <a:ext cx="4990744" cy="4954601"/>
          </a:xfrm>
        </p:spPr>
        <p:txBody>
          <a:bodyPr>
            <a:normAutofit/>
          </a:bodyPr>
          <a:lstStyle/>
          <a:p>
            <a:pPr lvl="2">
              <a:spcAft>
                <a:spcPts val="600"/>
              </a:spcAft>
            </a:pPr>
            <a:r>
              <a:rPr lang="ru-RU" sz="1200" dirty="0"/>
              <a:t>Пример 1</a:t>
            </a:r>
          </a:p>
          <a:p>
            <a:pPr lvl="4">
              <a:spcAft>
                <a:spcPts val="3000"/>
              </a:spcAft>
            </a:pPr>
            <a:r>
              <a:rPr lang="ru-RU" sz="1400" dirty="0"/>
              <a:t>Наличие диалектов является результатом феодальной раздробленности Древней Руси, а затем и Российского государства.</a:t>
            </a:r>
          </a:p>
          <a:p>
            <a:pPr lvl="2">
              <a:spcAft>
                <a:spcPts val="600"/>
              </a:spcAft>
            </a:pPr>
            <a:r>
              <a:rPr lang="ru-RU" sz="1200" dirty="0"/>
              <a:t>Пример 2</a:t>
            </a:r>
          </a:p>
          <a:p>
            <a:pPr lvl="3">
              <a:spcAft>
                <a:spcPts val="3000"/>
              </a:spcAft>
            </a:pPr>
            <a:r>
              <a:rPr lang="ru-RU" sz="1600" i="1" dirty="0">
                <a:solidFill>
                  <a:schemeClr val="accent1"/>
                </a:solidFill>
              </a:rPr>
              <a:t>Диалект</a:t>
            </a:r>
            <a:r>
              <a:rPr lang="ru-RU" sz="1600" dirty="0"/>
              <a:t> — это разновидность общего языка, свойственная большим территориям (например, несколько областей): южнорусский, среднерусский и северорусский.</a:t>
            </a:r>
          </a:p>
          <a:p>
            <a:pPr lvl="2">
              <a:spcAft>
                <a:spcPts val="600"/>
              </a:spcAft>
            </a:pPr>
            <a:r>
              <a:rPr lang="ru-RU" sz="1200" dirty="0"/>
              <a:t>Пример 3</a:t>
            </a:r>
          </a:p>
          <a:p>
            <a:pPr lvl="3">
              <a:spcAft>
                <a:spcPts val="1800"/>
              </a:spcAft>
            </a:pPr>
            <a:r>
              <a:rPr lang="ru-RU" sz="1600" dirty="0"/>
              <a:t>Диссимиляция согласных по месту и способу образования: </a:t>
            </a:r>
            <a:r>
              <a:rPr lang="ru-RU" sz="1600" i="1" dirty="0"/>
              <a:t>[</a:t>
            </a:r>
            <a:r>
              <a:rPr lang="ru-RU" sz="1600" i="1" dirty="0" err="1"/>
              <a:t>къл'идор</a:t>
            </a:r>
            <a:r>
              <a:rPr lang="ru-RU" sz="1600" i="1" dirty="0"/>
              <a:t>] коридор, [</a:t>
            </a:r>
            <a:r>
              <a:rPr lang="ru-RU" sz="1600" i="1" dirty="0" err="1"/>
              <a:t>с'ькл'итар</a:t>
            </a:r>
            <a:r>
              <a:rPr lang="ru-RU" sz="1600" i="1" dirty="0"/>
              <a:t>'] секретарь, [</a:t>
            </a:r>
            <a:r>
              <a:rPr lang="ru-RU" sz="1600" i="1" dirty="0" err="1"/>
              <a:t>транваи</a:t>
            </a:r>
            <a:r>
              <a:rPr lang="ru-RU" sz="1600" i="1" dirty="0"/>
              <a:t>] трамвай, [</a:t>
            </a:r>
            <a:r>
              <a:rPr lang="ru-RU" sz="1600" i="1" dirty="0" err="1"/>
              <a:t>кънб'икорм</a:t>
            </a:r>
            <a:r>
              <a:rPr lang="ru-RU" sz="1600" i="1" dirty="0"/>
              <a:t>] комбикорм </a:t>
            </a:r>
            <a:r>
              <a:rPr lang="ru-RU" sz="1600" dirty="0"/>
              <a:t>и под.</a:t>
            </a:r>
          </a:p>
        </p:txBody>
      </p:sp>
      <p:sp>
        <p:nvSpPr>
          <p:cNvPr id="11" name="Прямоугольник 10">
            <a:extLst>
              <a:ext uri="{FF2B5EF4-FFF2-40B4-BE49-F238E27FC236}">
                <a16:creationId xmlns:a16="http://schemas.microsoft.com/office/drawing/2014/main" id="{5C4CACF7-025E-4730-81DF-5B9AF7101961}"/>
              </a:ext>
            </a:extLst>
          </p:cNvPr>
          <p:cNvSpPr/>
          <p:nvPr/>
        </p:nvSpPr>
        <p:spPr>
          <a:xfrm>
            <a:off x="6456364" y="1341436"/>
            <a:ext cx="5184773" cy="5040311"/>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nvGrpSpPr>
          <p:cNvPr id="24" name="Группа 23">
            <a:extLst>
              <a:ext uri="{FF2B5EF4-FFF2-40B4-BE49-F238E27FC236}">
                <a16:creationId xmlns:a16="http://schemas.microsoft.com/office/drawing/2014/main" id="{22A00232-48C3-47F3-921A-B3C86960D0A6}"/>
              </a:ext>
            </a:extLst>
          </p:cNvPr>
          <p:cNvGrpSpPr/>
          <p:nvPr/>
        </p:nvGrpSpPr>
        <p:grpSpPr>
          <a:xfrm>
            <a:off x="9919941" y="3589059"/>
            <a:ext cx="1570490" cy="816884"/>
            <a:chOff x="9919941" y="3589059"/>
            <a:chExt cx="1570490" cy="816884"/>
          </a:xfrm>
        </p:grpSpPr>
        <p:grpSp>
          <p:nvGrpSpPr>
            <p:cNvPr id="23" name="Группа 22">
              <a:extLst>
                <a:ext uri="{FF2B5EF4-FFF2-40B4-BE49-F238E27FC236}">
                  <a16:creationId xmlns:a16="http://schemas.microsoft.com/office/drawing/2014/main" id="{2FFDF44C-BB17-478E-B441-329DD8C44E10}"/>
                </a:ext>
              </a:extLst>
            </p:cNvPr>
            <p:cNvGrpSpPr/>
            <p:nvPr/>
          </p:nvGrpSpPr>
          <p:grpSpPr>
            <a:xfrm>
              <a:off x="9919941" y="3589059"/>
              <a:ext cx="1570490" cy="816884"/>
              <a:chOff x="9769025" y="2652597"/>
              <a:chExt cx="1570490" cy="816884"/>
            </a:xfrm>
          </p:grpSpPr>
          <p:sp>
            <p:nvSpPr>
              <p:cNvPr id="22" name="Облачко с текстом: прямоугольное 21">
                <a:extLst>
                  <a:ext uri="{FF2B5EF4-FFF2-40B4-BE49-F238E27FC236}">
                    <a16:creationId xmlns:a16="http://schemas.microsoft.com/office/drawing/2014/main" id="{540CE91D-D356-4884-935F-D3E9CBAC9B9F}"/>
                  </a:ext>
                </a:extLst>
              </p:cNvPr>
              <p:cNvSpPr/>
              <p:nvPr/>
            </p:nvSpPr>
            <p:spPr>
              <a:xfrm>
                <a:off x="9769025" y="2652597"/>
                <a:ext cx="1570490" cy="816884"/>
              </a:xfrm>
              <a:prstGeom prst="wedgeRectCallout">
                <a:avLst>
                  <a:gd name="adj1" fmla="val -200407"/>
                  <a:gd name="adj2" fmla="val -87683"/>
                </a:avLst>
              </a:prstGeom>
              <a:solidFill>
                <a:schemeClr val="bg1"/>
              </a:solidFill>
              <a:ln w="28575">
                <a:solidFill>
                  <a:srgbClr val="FF0000"/>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8" name="Рисунок 17">
                <a:extLst>
                  <a:ext uri="{FF2B5EF4-FFF2-40B4-BE49-F238E27FC236}">
                    <a16:creationId xmlns:a16="http://schemas.microsoft.com/office/drawing/2014/main" id="{740DF83A-B359-4C0F-9233-6754D3C1A779}"/>
                  </a:ext>
                </a:extLst>
              </p:cNvPr>
              <p:cNvPicPr>
                <a:picLocks noChangeAspect="1"/>
              </p:cNvPicPr>
              <p:nvPr/>
            </p:nvPicPr>
            <p:blipFill rotWithShape="1">
              <a:blip r:embed="rId3"/>
              <a:srcRect l="51950" t="55353" r="44344" b="34670"/>
              <a:stretch/>
            </p:blipFill>
            <p:spPr>
              <a:xfrm>
                <a:off x="9785125" y="2675922"/>
                <a:ext cx="1538289" cy="776404"/>
              </a:xfrm>
              <a:prstGeom prst="rect">
                <a:avLst/>
              </a:prstGeom>
            </p:spPr>
          </p:pic>
        </p:grpSp>
        <p:cxnSp>
          <p:nvCxnSpPr>
            <p:cNvPr id="20" name="Прямая со стрелкой 19">
              <a:extLst>
                <a:ext uri="{FF2B5EF4-FFF2-40B4-BE49-F238E27FC236}">
                  <a16:creationId xmlns:a16="http://schemas.microsoft.com/office/drawing/2014/main" id="{40DF01FC-503A-400D-8EBC-C9B08D8549EB}"/>
                </a:ext>
              </a:extLst>
            </p:cNvPr>
            <p:cNvCxnSpPr/>
            <p:nvPr/>
          </p:nvCxnSpPr>
          <p:spPr>
            <a:xfrm>
              <a:off x="10065372" y="4032228"/>
              <a:ext cx="408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26452195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таблицы</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84774" cy="5040312"/>
          </a:xfrm>
        </p:spPr>
        <p:txBody>
          <a:bodyPr numCol="1">
            <a:normAutofit/>
          </a:bodyPr>
          <a:lstStyle/>
          <a:p>
            <a:pPr lvl="5">
              <a:lnSpc>
                <a:spcPct val="130000"/>
              </a:lnSpc>
            </a:pPr>
            <a:r>
              <a:rPr lang="ru-RU" dirty="0"/>
              <a:t>При форматировании таблиц необходимо использовать стиль из набора во вкладке </a:t>
            </a:r>
            <a:br>
              <a:rPr lang="ru-RU" dirty="0"/>
            </a:br>
            <a:r>
              <a:rPr lang="ru-RU" dirty="0"/>
              <a:t>Работа с таблицами → Конструктор → Стили таблиц (Рисунок 1).</a:t>
            </a:r>
          </a:p>
          <a:p>
            <a:pPr lvl="5">
              <a:lnSpc>
                <a:spcPct val="130000"/>
              </a:lnSpc>
            </a:pPr>
            <a:r>
              <a:rPr lang="ru-RU" dirty="0"/>
              <a:t>Кегль таблицы (в т.ч. заголовков столбцов/строк): 14±2, обычное начертание. </a:t>
            </a:r>
          </a:p>
          <a:p>
            <a:pPr lvl="5">
              <a:lnSpc>
                <a:spcPct val="130000"/>
              </a:lnSpc>
            </a:pPr>
            <a:r>
              <a:rPr lang="ru-RU" dirty="0"/>
              <a:t>Для выделения содержимого используется цвет «Темно-синий, акцент 1» из палитры (Рисунок 2).</a:t>
            </a:r>
          </a:p>
        </p:txBody>
      </p:sp>
      <p:pic>
        <p:nvPicPr>
          <p:cNvPr id="12" name="Рисунок 11">
            <a:extLst>
              <a:ext uri="{FF2B5EF4-FFF2-40B4-BE49-F238E27FC236}">
                <a16:creationId xmlns:a16="http://schemas.microsoft.com/office/drawing/2014/main" id="{5B8325C5-3444-4644-B070-22E7D63A71F8}"/>
              </a:ext>
            </a:extLst>
          </p:cNvPr>
          <p:cNvPicPr>
            <a:picLocks noChangeAspect="1"/>
          </p:cNvPicPr>
          <p:nvPr/>
        </p:nvPicPr>
        <p:blipFill rotWithShape="1">
          <a:blip r:embed="rId3"/>
          <a:srcRect l="72448" r="14045" b="61237"/>
          <a:stretch/>
        </p:blipFill>
        <p:spPr>
          <a:xfrm>
            <a:off x="6456362" y="1646323"/>
            <a:ext cx="4038601" cy="2173287"/>
          </a:xfrm>
          <a:prstGeom prst="rect">
            <a:avLst/>
          </a:prstGeom>
        </p:spPr>
      </p:pic>
      <p:pic>
        <p:nvPicPr>
          <p:cNvPr id="14" name="Рисунок 13">
            <a:extLst>
              <a:ext uri="{FF2B5EF4-FFF2-40B4-BE49-F238E27FC236}">
                <a16:creationId xmlns:a16="http://schemas.microsoft.com/office/drawing/2014/main" id="{8AAC4AC3-5B5D-449E-BCED-C2C88122B32B}"/>
              </a:ext>
            </a:extLst>
          </p:cNvPr>
          <p:cNvPicPr>
            <a:picLocks noChangeAspect="1"/>
          </p:cNvPicPr>
          <p:nvPr/>
        </p:nvPicPr>
        <p:blipFill rotWithShape="1">
          <a:blip r:embed="rId4"/>
          <a:srcRect l="51950" t="55353" r="44344" b="24135"/>
          <a:stretch/>
        </p:blipFill>
        <p:spPr>
          <a:xfrm>
            <a:off x="6456362" y="4450993"/>
            <a:ext cx="1839912" cy="1909147"/>
          </a:xfrm>
          <a:prstGeom prst="rect">
            <a:avLst/>
          </a:prstGeom>
        </p:spPr>
      </p:pic>
      <p:cxnSp>
        <p:nvCxnSpPr>
          <p:cNvPr id="15" name="Прямая со стрелкой 14">
            <a:extLst>
              <a:ext uri="{FF2B5EF4-FFF2-40B4-BE49-F238E27FC236}">
                <a16:creationId xmlns:a16="http://schemas.microsoft.com/office/drawing/2014/main" id="{622D099B-DFC9-43FF-8C9E-9235C108420B}"/>
              </a:ext>
            </a:extLst>
          </p:cNvPr>
          <p:cNvCxnSpPr>
            <a:cxnSpLocks/>
          </p:cNvCxnSpPr>
          <p:nvPr/>
        </p:nvCxnSpPr>
        <p:spPr>
          <a:xfrm>
            <a:off x="6533185" y="4948420"/>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20" name="Текст 4">
            <a:extLst>
              <a:ext uri="{FF2B5EF4-FFF2-40B4-BE49-F238E27FC236}">
                <a16:creationId xmlns:a16="http://schemas.microsoft.com/office/drawing/2014/main" id="{AB35C8F2-F500-4891-ADA3-79A2AC7D1161}"/>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Стиль таблицы</a:t>
            </a:r>
          </a:p>
        </p:txBody>
      </p:sp>
      <p:sp>
        <p:nvSpPr>
          <p:cNvPr id="21" name="Текст 4">
            <a:extLst>
              <a:ext uri="{FF2B5EF4-FFF2-40B4-BE49-F238E27FC236}">
                <a16:creationId xmlns:a16="http://schemas.microsoft.com/office/drawing/2014/main" id="{2EC586CC-A0BA-461E-9C7C-75E7C6FF9F8C}"/>
              </a:ext>
            </a:extLst>
          </p:cNvPr>
          <p:cNvSpPr txBox="1">
            <a:spLocks/>
          </p:cNvSpPr>
          <p:nvPr/>
        </p:nvSpPr>
        <p:spPr>
          <a:xfrm>
            <a:off x="6456362" y="400799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Цветовое выделение текста таблицы</a:t>
            </a:r>
          </a:p>
        </p:txBody>
      </p:sp>
      <p:cxnSp>
        <p:nvCxnSpPr>
          <p:cNvPr id="22" name="Прямая со стрелкой 21">
            <a:extLst>
              <a:ext uri="{FF2B5EF4-FFF2-40B4-BE49-F238E27FC236}">
                <a16:creationId xmlns:a16="http://schemas.microsoft.com/office/drawing/2014/main" id="{AD9CC77B-E702-4F49-8103-D7564E672651}"/>
              </a:ext>
            </a:extLst>
          </p:cNvPr>
          <p:cNvCxnSpPr>
            <a:cxnSpLocks/>
          </p:cNvCxnSpPr>
          <p:nvPr/>
        </p:nvCxnSpPr>
        <p:spPr>
          <a:xfrm>
            <a:off x="6405704" y="3398044"/>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677253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C950A427-2396-4452-A267-FC25A12F1CCE}"/>
              </a:ext>
            </a:extLst>
          </p:cNvPr>
          <p:cNvSpPr>
            <a:spLocks noGrp="1"/>
          </p:cNvSpPr>
          <p:nvPr>
            <p:ph type="title"/>
          </p:nvPr>
        </p:nvSpPr>
        <p:spPr/>
        <p:txBody>
          <a:bodyPr/>
          <a:lstStyle/>
          <a:p>
            <a:r>
              <a:rPr lang="ru-RU" dirty="0"/>
              <a:t>Основные правила: изображения</a:t>
            </a:r>
          </a:p>
        </p:txBody>
      </p:sp>
      <p:sp>
        <p:nvSpPr>
          <p:cNvPr id="8" name="Текст 7">
            <a:extLst>
              <a:ext uri="{FF2B5EF4-FFF2-40B4-BE49-F238E27FC236}">
                <a16:creationId xmlns:a16="http://schemas.microsoft.com/office/drawing/2014/main" id="{E90C7D51-AC66-40CC-A0F6-A9900F310E57}"/>
              </a:ext>
            </a:extLst>
          </p:cNvPr>
          <p:cNvSpPr>
            <a:spLocks noGrp="1"/>
          </p:cNvSpPr>
          <p:nvPr>
            <p:ph type="body" sz="quarter" idx="12"/>
          </p:nvPr>
        </p:nvSpPr>
        <p:spPr>
          <a:xfrm>
            <a:off x="550864" y="1341438"/>
            <a:ext cx="5184774" cy="5040312"/>
          </a:xfrm>
        </p:spPr>
        <p:txBody>
          <a:bodyPr/>
          <a:lstStyle/>
          <a:p>
            <a:pPr lvl="3"/>
            <a:r>
              <a:rPr lang="ru-RU" dirty="0"/>
              <a:t>При использовании изображений к ним применяется операция «Обрезка по фигуре» по следующему алгоритму:</a:t>
            </a:r>
          </a:p>
          <a:p>
            <a:pPr lvl="6"/>
            <a:r>
              <a:rPr lang="ru-RU" dirty="0"/>
              <a:t>Выделяем изображение.</a:t>
            </a:r>
          </a:p>
          <a:p>
            <a:pPr lvl="6"/>
            <a:r>
              <a:rPr lang="ru-RU" dirty="0"/>
              <a:t>Открываем вкладки: </a:t>
            </a:r>
            <a:br>
              <a:rPr lang="ru-RU" dirty="0"/>
            </a:br>
            <a:r>
              <a:rPr lang="ru-RU" dirty="0"/>
              <a:t>«Работа с рисунками» → Обрезать → Обрезать по фигуре.</a:t>
            </a:r>
          </a:p>
          <a:p>
            <a:pPr lvl="6"/>
            <a:r>
              <a:rPr lang="ru-RU" dirty="0"/>
              <a:t>Выбираем «Прямоугольник: один верхний угол скругленный, другой – усеченный».</a:t>
            </a:r>
          </a:p>
          <a:p>
            <a:pPr lvl="6"/>
            <a:r>
              <a:rPr lang="ru-RU" dirty="0"/>
              <a:t>Перемещаем правый ползунок до образования прямого угла (см. рисунок).</a:t>
            </a:r>
          </a:p>
          <a:p>
            <a:pPr lvl="4">
              <a:spcBef>
                <a:spcPts val="1200"/>
              </a:spcBef>
            </a:pPr>
            <a:r>
              <a:rPr lang="ru-RU" dirty="0"/>
              <a:t>Для размещения изображения на весь слайд используйте шаблоны из Примера презентации (см. слайды 20–22).</a:t>
            </a:r>
          </a:p>
        </p:txBody>
      </p:sp>
      <p:grpSp>
        <p:nvGrpSpPr>
          <p:cNvPr id="10" name="Группа 9">
            <a:extLst>
              <a:ext uri="{FF2B5EF4-FFF2-40B4-BE49-F238E27FC236}">
                <a16:creationId xmlns:a16="http://schemas.microsoft.com/office/drawing/2014/main" id="{115744D1-742A-4872-BCDC-73D0B44D5FA2}"/>
              </a:ext>
            </a:extLst>
          </p:cNvPr>
          <p:cNvGrpSpPr/>
          <p:nvPr/>
        </p:nvGrpSpPr>
        <p:grpSpPr>
          <a:xfrm>
            <a:off x="6456363" y="3734555"/>
            <a:ext cx="5184773" cy="2322065"/>
            <a:chOff x="3994136" y="-751213"/>
            <a:chExt cx="6739953" cy="3018572"/>
          </a:xfrm>
        </p:grpSpPr>
        <p:pic>
          <p:nvPicPr>
            <p:cNvPr id="11" name="Рисунок 10">
              <a:extLst>
                <a:ext uri="{FF2B5EF4-FFF2-40B4-BE49-F238E27FC236}">
                  <a16:creationId xmlns:a16="http://schemas.microsoft.com/office/drawing/2014/main" id="{8E65A0E5-5493-40D9-98FD-563E5B1625F4}"/>
                </a:ext>
              </a:extLst>
            </p:cNvPr>
            <p:cNvPicPr>
              <a:picLocks noChangeAspect="1"/>
            </p:cNvPicPr>
            <p:nvPr/>
          </p:nvPicPr>
          <p:blipFill rotWithShape="1">
            <a:blip r:embed="rId2"/>
            <a:srcRect l="32261" t="6333" r="50139" b="65643"/>
            <a:stretch/>
          </p:blipFill>
          <p:spPr>
            <a:xfrm>
              <a:off x="3994136" y="-751213"/>
              <a:ext cx="6739953" cy="3018572"/>
            </a:xfrm>
            <a:prstGeom prst="rect">
              <a:avLst/>
            </a:prstGeom>
            <a:ln w="6350">
              <a:solidFill>
                <a:schemeClr val="accent1"/>
              </a:solidFill>
            </a:ln>
          </p:spPr>
        </p:pic>
        <p:sp>
          <p:nvSpPr>
            <p:cNvPr id="12" name="Прямоугольник 11">
              <a:extLst>
                <a:ext uri="{FF2B5EF4-FFF2-40B4-BE49-F238E27FC236}">
                  <a16:creationId xmlns:a16="http://schemas.microsoft.com/office/drawing/2014/main" id="{03EB6A85-0CE2-4838-B255-5987062F5130}"/>
                </a:ext>
              </a:extLst>
            </p:cNvPr>
            <p:cNvSpPr/>
            <p:nvPr/>
          </p:nvSpPr>
          <p:spPr>
            <a:xfrm>
              <a:off x="6808735" y="396856"/>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3" name="Прямая со стрелкой 12">
              <a:extLst>
                <a:ext uri="{FF2B5EF4-FFF2-40B4-BE49-F238E27FC236}">
                  <a16:creationId xmlns:a16="http://schemas.microsoft.com/office/drawing/2014/main" id="{C1C7A108-D06F-4CB0-A938-CFEEF37794C1}"/>
                </a:ext>
              </a:extLst>
            </p:cNvPr>
            <p:cNvCxnSpPr/>
            <p:nvPr/>
          </p:nvCxnSpPr>
          <p:spPr>
            <a:xfrm>
              <a:off x="6229615" y="530629"/>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pic>
          <p:nvPicPr>
            <p:cNvPr id="14" name="Рисунок 13">
              <a:extLst>
                <a:ext uri="{FF2B5EF4-FFF2-40B4-BE49-F238E27FC236}">
                  <a16:creationId xmlns:a16="http://schemas.microsoft.com/office/drawing/2014/main" id="{B79ED247-C514-4A8A-85BA-5DEB92752382}"/>
                </a:ext>
              </a:extLst>
            </p:cNvPr>
            <p:cNvPicPr>
              <a:picLocks noChangeAspect="1"/>
            </p:cNvPicPr>
            <p:nvPr/>
          </p:nvPicPr>
          <p:blipFill rotWithShape="1">
            <a:blip r:embed="rId3"/>
            <a:srcRect l="35028" t="33939" r="59517" b="46852"/>
            <a:stretch/>
          </p:blipFill>
          <p:spPr>
            <a:xfrm>
              <a:off x="4921828" y="-42970"/>
              <a:ext cx="1174172" cy="1162960"/>
            </a:xfrm>
            <a:prstGeom prst="rect">
              <a:avLst/>
            </a:prstGeom>
            <a:ln>
              <a:solidFill>
                <a:schemeClr val="accent1"/>
              </a:solidFill>
            </a:ln>
          </p:spPr>
        </p:pic>
      </p:grpSp>
      <p:pic>
        <p:nvPicPr>
          <p:cNvPr id="19" name="Объект 12">
            <a:extLst>
              <a:ext uri="{FF2B5EF4-FFF2-40B4-BE49-F238E27FC236}">
                <a16:creationId xmlns:a16="http://schemas.microsoft.com/office/drawing/2014/main" id="{2917267B-D1A5-49E2-8AB3-F629A9E37EB9}"/>
              </a:ext>
            </a:extLst>
          </p:cNvPr>
          <p:cNvPicPr>
            <a:picLocks noChangeAspect="1"/>
          </p:cNvPicPr>
          <p:nvPr/>
        </p:nvPicPr>
        <p:blipFill rotWithShape="1">
          <a:blip r:embed="rId4"/>
          <a:srcRect r="37537"/>
          <a:stretch/>
        </p:blipFill>
        <p:spPr>
          <a:xfrm>
            <a:off x="6456363" y="1338015"/>
            <a:ext cx="1962150" cy="2097063"/>
          </a:xfrm>
          <a:prstGeom prst="rect">
            <a:avLst/>
          </a:prstGeom>
        </p:spPr>
      </p:pic>
      <p:pic>
        <p:nvPicPr>
          <p:cNvPr id="20" name="Объект 12">
            <a:extLst>
              <a:ext uri="{FF2B5EF4-FFF2-40B4-BE49-F238E27FC236}">
                <a16:creationId xmlns:a16="http://schemas.microsoft.com/office/drawing/2014/main" id="{4DF3B9B6-20E4-4A02-882A-BE8FF3506018}"/>
              </a:ext>
            </a:extLst>
          </p:cNvPr>
          <p:cNvPicPr>
            <a:picLocks noChangeAspect="1"/>
          </p:cNvPicPr>
          <p:nvPr/>
        </p:nvPicPr>
        <p:blipFill rotWithShape="1">
          <a:blip r:embed="rId4"/>
          <a:srcRect r="37537"/>
          <a:stretch/>
        </p:blipFill>
        <p:spPr>
          <a:xfrm>
            <a:off x="9307718" y="1338014"/>
            <a:ext cx="1962150" cy="2097063"/>
          </a:xfrm>
          <a:prstGeom prst="snipRoundRect">
            <a:avLst>
              <a:gd name="adj1" fmla="val 16667"/>
              <a:gd name="adj2" fmla="val 0"/>
            </a:avLst>
          </a:prstGeom>
        </p:spPr>
      </p:pic>
      <p:sp>
        <p:nvSpPr>
          <p:cNvPr id="21" name="Стрелка: вправо 20">
            <a:extLst>
              <a:ext uri="{FF2B5EF4-FFF2-40B4-BE49-F238E27FC236}">
                <a16:creationId xmlns:a16="http://schemas.microsoft.com/office/drawing/2014/main" id="{C65590BD-27C4-45EB-947B-E8BD1F14BBD2}"/>
              </a:ext>
            </a:extLst>
          </p:cNvPr>
          <p:cNvSpPr/>
          <p:nvPr/>
        </p:nvSpPr>
        <p:spPr>
          <a:xfrm>
            <a:off x="8697986" y="2303154"/>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3757779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Пример использования </a:t>
            </a:r>
            <a:br>
              <a:rPr lang="ru-RU" dirty="0"/>
            </a:br>
            <a:r>
              <a:rPr lang="ru-RU" dirty="0"/>
              <a:t>макетов шаблона</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endParaRPr lang="ru-RU" dirty="0"/>
          </a:p>
        </p:txBody>
      </p:sp>
    </p:spTree>
    <p:extLst>
      <p:ext uri="{BB962C8B-B14F-4D97-AF65-F5344CB8AC3E}">
        <p14:creationId xmlns:p14="http://schemas.microsoft.com/office/powerpoint/2010/main" val="9379546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Заголовок презентации</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Исполнитель</a:t>
            </a:r>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r>
              <a:rPr lang="ru-RU" dirty="0"/>
              <a:t>Дата</a:t>
            </a:r>
          </a:p>
        </p:txBody>
      </p:sp>
    </p:spTree>
    <p:extLst>
      <p:ext uri="{BB962C8B-B14F-4D97-AF65-F5344CB8AC3E}">
        <p14:creationId xmlns:p14="http://schemas.microsoft.com/office/powerpoint/2010/main" val="36220294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9608330" cy="332399"/>
          </a:xfrm>
        </p:spPr>
        <p:txBody>
          <a:bodyPr/>
          <a:lstStyle/>
          <a:p>
            <a:r>
              <a:rPr lang="ru-RU" dirty="0"/>
              <a:t>Текст – один блок</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a:xfrm>
            <a:off x="550864" y="1341438"/>
            <a:ext cx="7489824" cy="5040312"/>
          </a:xfrm>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a:t>
            </a:r>
          </a:p>
          <a:p>
            <a:pPr lvl="3"/>
            <a:r>
              <a:rPr lang="ru-RU" dirty="0"/>
              <a:t>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отчётность, оценку вероятных рисков, тестирование на проникновение и требование авторизации.</a:t>
            </a:r>
          </a:p>
        </p:txBody>
      </p:sp>
    </p:spTree>
    <p:extLst>
      <p:ext uri="{BB962C8B-B14F-4D97-AF65-F5344CB8AC3E}">
        <p14:creationId xmlns:p14="http://schemas.microsoft.com/office/powerpoint/2010/main" val="1942275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Текст – два блока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456364" y="1341437"/>
            <a:ext cx="5184775" cy="5040312"/>
          </a:xfrm>
        </p:spPr>
        <p:txBody>
          <a:bodyPr wrap="square"/>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2468942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a:xfrm>
            <a:off x="550863" y="407976"/>
            <a:ext cx="9608330" cy="332399"/>
          </a:xfrm>
        </p:spPr>
        <p:txBody>
          <a:bodyPr/>
          <a:lstStyle/>
          <a:p>
            <a:r>
              <a:rPr lang="ru-RU" dirty="0"/>
              <a:t>Текст – два блока (с рамкой)</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607277" y="1425677"/>
            <a:ext cx="4906297" cy="3254478"/>
          </a:xfrm>
        </p:spPr>
        <p:txBody>
          <a:bodyPr/>
          <a:lstStyle/>
          <a:p>
            <a:pPr lvl="4"/>
            <a:r>
              <a:rPr lang="ru-RU" dirty="0"/>
              <a:t>В основе информационной безопасности лежит деятельность по защите информации — обеспечению её конфиденциальности, доступности и целостности, а также недопущению какой-либо компрометации в критической ситуации. К таким ситуациям относятся природные, техногенные и социальные катастрофы, компьютерные сбои, физическое похищение и тому подобные явления. </a:t>
            </a:r>
          </a:p>
        </p:txBody>
      </p:sp>
      <p:sp>
        <p:nvSpPr>
          <p:cNvPr id="15" name="Прямоугольник 14">
            <a:extLst>
              <a:ext uri="{FF2B5EF4-FFF2-40B4-BE49-F238E27FC236}">
                <a16:creationId xmlns:a16="http://schemas.microsoft.com/office/drawing/2014/main" id="{988546E3-8D05-44E2-9C18-D8AE8A666AB6}"/>
              </a:ext>
            </a:extLst>
          </p:cNvPr>
          <p:cNvSpPr/>
          <p:nvPr/>
        </p:nvSpPr>
        <p:spPr>
          <a:xfrm>
            <a:off x="6456364" y="1341436"/>
            <a:ext cx="5184773" cy="3800835"/>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3363284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8652131" cy="332399"/>
          </a:xfrm>
        </p:spPr>
        <p:txBody>
          <a:bodyPr/>
          <a:lstStyle/>
          <a:p>
            <a:r>
              <a:rPr lang="ru-RU" dirty="0"/>
              <a:t>Текст – две колонки в одном блоке</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отчетность, оценку вероятных рисков, тестирование на проникновение и требование авторизации.</a:t>
            </a:r>
          </a:p>
          <a:p>
            <a:pPr lvl="3"/>
            <a:r>
              <a:rPr lang="ru-RU" dirty="0"/>
              <a:t>Сейчас в некоторых странах планируется обучение кибербезопасности уже со школьной скамьи. Так, в Великобритании школьникам предлагаются уроки по кибербезопасности, на которых они будут обучаться навыкам, позволяющим обеспечить безопасность британских компаний и организаций от сетевых атак хакеров. Учебная программа разработана Министерством культуры, СМИ и спорта Великобритании. </a:t>
            </a:r>
          </a:p>
        </p:txBody>
      </p:sp>
    </p:spTree>
    <p:extLst>
      <p:ext uri="{BB962C8B-B14F-4D97-AF65-F5344CB8AC3E}">
        <p14:creationId xmlns:p14="http://schemas.microsoft.com/office/powerpoint/2010/main" val="40182209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B590F643-562B-41E2-8E6D-A3A0F90507A5}"/>
              </a:ext>
            </a:extLst>
          </p:cNvPr>
          <p:cNvSpPr>
            <a:spLocks noGrp="1"/>
          </p:cNvSpPr>
          <p:nvPr>
            <p:ph type="title"/>
          </p:nvPr>
        </p:nvSpPr>
        <p:spPr/>
        <p:txBody>
          <a:bodyPr/>
          <a:lstStyle/>
          <a:p>
            <a:r>
              <a:rPr lang="ru-RU" dirty="0"/>
              <a:t>Содержимое слайда в одной колонке (универсальный блок)</a:t>
            </a:r>
          </a:p>
        </p:txBody>
      </p:sp>
      <p:graphicFrame>
        <p:nvGraphicFramePr>
          <p:cNvPr id="9" name="Таблица 9">
            <a:extLst>
              <a:ext uri="{FF2B5EF4-FFF2-40B4-BE49-F238E27FC236}">
                <a16:creationId xmlns:a16="http://schemas.microsoft.com/office/drawing/2014/main" id="{F3538304-4706-4499-967D-A0AD63508A72}"/>
              </a:ext>
            </a:extLst>
          </p:cNvPr>
          <p:cNvGraphicFramePr>
            <a:graphicFrameLocks noGrp="1"/>
          </p:cNvGraphicFramePr>
          <p:nvPr>
            <p:ph sz="quarter" idx="13"/>
            <p:extLst>
              <p:ext uri="{D42A27DB-BD31-4B8C-83A1-F6EECF244321}">
                <p14:modId xmlns:p14="http://schemas.microsoft.com/office/powerpoint/2010/main" val="615357817"/>
              </p:ext>
            </p:extLst>
          </p:nvPr>
        </p:nvGraphicFramePr>
        <p:xfrm>
          <a:off x="550863" y="1341438"/>
          <a:ext cx="7499275" cy="1854200"/>
        </p:xfrm>
        <a:graphic>
          <a:graphicData uri="http://schemas.openxmlformats.org/drawingml/2006/table">
            <a:tbl>
              <a:tblPr firstRow="1">
                <a:tableStyleId>{69012ECD-51FC-41F1-AA8D-1B2483CD663E}</a:tableStyleId>
              </a:tblPr>
              <a:tblGrid>
                <a:gridCol w="3737768">
                  <a:extLst>
                    <a:ext uri="{9D8B030D-6E8A-4147-A177-3AD203B41FA5}">
                      <a16:colId xmlns:a16="http://schemas.microsoft.com/office/drawing/2014/main" val="1909452533"/>
                    </a:ext>
                  </a:extLst>
                </a:gridCol>
                <a:gridCol w="3761507">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Tree>
    <p:extLst>
      <p:ext uri="{BB962C8B-B14F-4D97-AF65-F5344CB8AC3E}">
        <p14:creationId xmlns:p14="http://schemas.microsoft.com/office/powerpoint/2010/main" val="1212876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A7C6E83-5591-458B-9F7B-73733B27121D}"/>
              </a:ext>
            </a:extLst>
          </p:cNvPr>
          <p:cNvSpPr>
            <a:spLocks noGrp="1"/>
          </p:cNvSpPr>
          <p:nvPr>
            <p:ph type="title"/>
          </p:nvPr>
        </p:nvSpPr>
        <p:spPr/>
        <p:txBody>
          <a:bodyPr/>
          <a:lstStyle/>
          <a:p>
            <a:r>
              <a:rPr lang="ru-RU" dirty="0"/>
              <a:t>Содержимое слайда в одной колонке с заголовком (универсальный блок)</a:t>
            </a:r>
          </a:p>
        </p:txBody>
      </p:sp>
      <p:graphicFrame>
        <p:nvGraphicFramePr>
          <p:cNvPr id="7" name="Таблица 9">
            <a:extLst>
              <a:ext uri="{FF2B5EF4-FFF2-40B4-BE49-F238E27FC236}">
                <a16:creationId xmlns:a16="http://schemas.microsoft.com/office/drawing/2014/main" id="{7EE87810-82F1-408D-B3EB-1671C5EFCD20}"/>
              </a:ext>
            </a:extLst>
          </p:cNvPr>
          <p:cNvGraphicFramePr>
            <a:graphicFrameLocks noGrp="1"/>
          </p:cNvGraphicFramePr>
          <p:nvPr>
            <p:ph sz="quarter" idx="13"/>
            <p:extLst>
              <p:ext uri="{D42A27DB-BD31-4B8C-83A1-F6EECF244321}">
                <p14:modId xmlns:p14="http://schemas.microsoft.com/office/powerpoint/2010/main" val="240234195"/>
              </p:ext>
            </p:extLst>
          </p:nvPr>
        </p:nvGraphicFramePr>
        <p:xfrm>
          <a:off x="550862" y="1819275"/>
          <a:ext cx="7489826" cy="1854200"/>
        </p:xfrm>
        <a:graphic>
          <a:graphicData uri="http://schemas.openxmlformats.org/drawingml/2006/table">
            <a:tbl>
              <a:tblPr firstRow="1">
                <a:tableStyleId>{69012ECD-51FC-41F1-AA8D-1B2483CD663E}</a:tableStyleId>
              </a:tblPr>
              <a:tblGrid>
                <a:gridCol w="3744913">
                  <a:extLst>
                    <a:ext uri="{9D8B030D-6E8A-4147-A177-3AD203B41FA5}">
                      <a16:colId xmlns:a16="http://schemas.microsoft.com/office/drawing/2014/main" val="1909452533"/>
                    </a:ext>
                  </a:extLst>
                </a:gridCol>
                <a:gridCol w="3744913">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C3FCD84-6CE7-4651-AE15-494747B3C68E}"/>
              </a:ext>
            </a:extLst>
          </p:cNvPr>
          <p:cNvSpPr>
            <a:spLocks noGrp="1"/>
          </p:cNvSpPr>
          <p:nvPr>
            <p:ph type="body" sz="quarter" idx="14"/>
          </p:nvPr>
        </p:nvSpPr>
        <p:spPr/>
        <p:txBody>
          <a:bodyPr/>
          <a:lstStyle/>
          <a:p>
            <a:pPr lvl="1"/>
            <a:r>
              <a:rPr lang="ru-RU" dirty="0"/>
              <a:t>Название таблицы</a:t>
            </a:r>
          </a:p>
          <a:p>
            <a:endParaRPr lang="ru-RU" dirty="0"/>
          </a:p>
        </p:txBody>
      </p:sp>
    </p:spTree>
    <p:extLst>
      <p:ext uri="{BB962C8B-B14F-4D97-AF65-F5344CB8AC3E}">
        <p14:creationId xmlns:p14="http://schemas.microsoft.com/office/powerpoint/2010/main" val="1891087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4740DF2-20F8-46D6-B551-B71F5AAD9CCA}"/>
              </a:ext>
            </a:extLst>
          </p:cNvPr>
          <p:cNvSpPr>
            <a:spLocks noGrp="1"/>
          </p:cNvSpPr>
          <p:nvPr>
            <p:ph type="title"/>
          </p:nvPr>
        </p:nvSpPr>
        <p:spPr/>
        <p:txBody>
          <a:bodyPr/>
          <a:lstStyle/>
          <a:p>
            <a:r>
              <a:rPr lang="ru-RU" dirty="0"/>
              <a:t>Содержимое слайда в двух колонках с заголовками (универсальный блок)</a:t>
            </a:r>
          </a:p>
        </p:txBody>
      </p:sp>
      <p:graphicFrame>
        <p:nvGraphicFramePr>
          <p:cNvPr id="9" name="Таблица 9">
            <a:extLst>
              <a:ext uri="{FF2B5EF4-FFF2-40B4-BE49-F238E27FC236}">
                <a16:creationId xmlns:a16="http://schemas.microsoft.com/office/drawing/2014/main" id="{3C5F31C6-4F1D-457C-B1A5-A758555C9EBB}"/>
              </a:ext>
            </a:extLst>
          </p:cNvPr>
          <p:cNvGraphicFramePr>
            <a:graphicFrameLocks noGrp="1"/>
          </p:cNvGraphicFramePr>
          <p:nvPr>
            <p:ph sz="quarter" idx="13"/>
            <p:extLst>
              <p:ext uri="{D42A27DB-BD31-4B8C-83A1-F6EECF244321}">
                <p14:modId xmlns:p14="http://schemas.microsoft.com/office/powerpoint/2010/main" val="873494293"/>
              </p:ext>
            </p:extLst>
          </p:nvPr>
        </p:nvGraphicFramePr>
        <p:xfrm>
          <a:off x="550863"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5F89892-A76F-4C69-B1A2-12587971ECAB}"/>
              </a:ext>
            </a:extLst>
          </p:cNvPr>
          <p:cNvSpPr>
            <a:spLocks noGrp="1"/>
          </p:cNvSpPr>
          <p:nvPr>
            <p:ph type="body" sz="quarter" idx="14"/>
          </p:nvPr>
        </p:nvSpPr>
        <p:spPr/>
        <p:txBody>
          <a:bodyPr/>
          <a:lstStyle/>
          <a:p>
            <a:pPr lvl="1"/>
            <a:r>
              <a:rPr lang="ru-RU" dirty="0"/>
              <a:t>Название таблицы 1</a:t>
            </a:r>
          </a:p>
        </p:txBody>
      </p:sp>
      <p:graphicFrame>
        <p:nvGraphicFramePr>
          <p:cNvPr id="10" name="Объект 9">
            <a:extLst>
              <a:ext uri="{FF2B5EF4-FFF2-40B4-BE49-F238E27FC236}">
                <a16:creationId xmlns:a16="http://schemas.microsoft.com/office/drawing/2014/main" id="{6DC71701-3E5D-4D40-8EDE-2BC53309891E}"/>
              </a:ext>
            </a:extLst>
          </p:cNvPr>
          <p:cNvGraphicFramePr>
            <a:graphicFrameLocks noGrp="1"/>
          </p:cNvGraphicFramePr>
          <p:nvPr>
            <p:ph sz="quarter" idx="15"/>
            <p:extLst>
              <p:ext uri="{D42A27DB-BD31-4B8C-83A1-F6EECF244321}">
                <p14:modId xmlns:p14="http://schemas.microsoft.com/office/powerpoint/2010/main" val="4139202205"/>
              </p:ext>
            </p:extLst>
          </p:nvPr>
        </p:nvGraphicFramePr>
        <p:xfrm>
          <a:off x="6465888"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8" name="Текст 7">
            <a:extLst>
              <a:ext uri="{FF2B5EF4-FFF2-40B4-BE49-F238E27FC236}">
                <a16:creationId xmlns:a16="http://schemas.microsoft.com/office/drawing/2014/main" id="{1397CC84-36B7-4FBC-A220-9A12D2F0364B}"/>
              </a:ext>
            </a:extLst>
          </p:cNvPr>
          <p:cNvSpPr>
            <a:spLocks noGrp="1"/>
          </p:cNvSpPr>
          <p:nvPr>
            <p:ph type="body" sz="quarter" idx="16"/>
          </p:nvPr>
        </p:nvSpPr>
        <p:spPr/>
        <p:txBody>
          <a:bodyPr/>
          <a:lstStyle/>
          <a:p>
            <a:pPr lvl="1"/>
            <a:r>
              <a:rPr lang="ru-RU" dirty="0"/>
              <a:t>Название таблицы 2</a:t>
            </a:r>
          </a:p>
        </p:txBody>
      </p:sp>
    </p:spTree>
    <p:extLst>
      <p:ext uri="{BB962C8B-B14F-4D97-AF65-F5344CB8AC3E}">
        <p14:creationId xmlns:p14="http://schemas.microsoft.com/office/powerpoint/2010/main" val="603427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диаграмма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p:txBody>
          <a:bodyPr/>
          <a:lstStyle/>
          <a:p>
            <a:pPr lvl="1"/>
            <a:r>
              <a:rPr lang="ru-RU" dirty="0"/>
              <a:t>Название диаграммы</a:t>
            </a:r>
          </a:p>
        </p:txBody>
      </p:sp>
      <p:graphicFrame>
        <p:nvGraphicFramePr>
          <p:cNvPr id="12" name="Объект 16">
            <a:extLst>
              <a:ext uri="{FF2B5EF4-FFF2-40B4-BE49-F238E27FC236}">
                <a16:creationId xmlns:a16="http://schemas.microsoft.com/office/drawing/2014/main" id="{7CD89A33-E832-445D-A979-CE747DCB8FB2}"/>
              </a:ext>
            </a:extLst>
          </p:cNvPr>
          <p:cNvGraphicFramePr>
            <a:graphicFrameLocks noGrp="1"/>
          </p:cNvGraphicFramePr>
          <p:nvPr>
            <p:ph sz="quarter" idx="15"/>
            <p:extLst>
              <p:ext uri="{D42A27DB-BD31-4B8C-83A1-F6EECF244321}">
                <p14:modId xmlns:p14="http://schemas.microsoft.com/office/powerpoint/2010/main" val="2569690680"/>
              </p:ext>
            </p:extLst>
          </p:nvPr>
        </p:nvGraphicFramePr>
        <p:xfrm>
          <a:off x="6456362" y="1805522"/>
          <a:ext cx="5184775" cy="4405312"/>
        </p:xfrm>
        <a:graphic>
          <a:graphicData uri="http://schemas.openxmlformats.org/drawingml/2006/chart">
            <c:chart xmlns:c="http://schemas.openxmlformats.org/drawingml/2006/chart" xmlns:r="http://schemas.openxmlformats.org/officeDocument/2006/relationships" r:id="rId2"/>
          </a:graphicData>
        </a:graphic>
      </p:graphicFrame>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17436269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рисунок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a:xfrm>
            <a:off x="6466194" y="5981223"/>
            <a:ext cx="4121919" cy="635000"/>
          </a:xfrm>
        </p:spPr>
        <p:txBody>
          <a:bodyPr/>
          <a:lstStyle/>
          <a:p>
            <a:pPr lvl="2"/>
            <a:r>
              <a:rPr lang="ru-RU" dirty="0"/>
              <a:t>Подпись рисунка (алгоритм скругления угла см. на слайде 7)</a:t>
            </a:r>
          </a:p>
        </p:txBody>
      </p:sp>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pic>
        <p:nvPicPr>
          <p:cNvPr id="9" name="Объект 12">
            <a:extLst>
              <a:ext uri="{FF2B5EF4-FFF2-40B4-BE49-F238E27FC236}">
                <a16:creationId xmlns:a16="http://schemas.microsoft.com/office/drawing/2014/main" id="{AF7DDA71-C74B-4294-9030-4081B1E7C3BA}"/>
              </a:ext>
            </a:extLst>
          </p:cNvPr>
          <p:cNvPicPr>
            <a:picLocks noGrp="1" noChangeAspect="1"/>
          </p:cNvPicPr>
          <p:nvPr>
            <p:ph sz="quarter" idx="15"/>
          </p:nvPr>
        </p:nvPicPr>
        <p:blipFill rotWithShape="1">
          <a:blip r:embed="rId2"/>
          <a:srcRect r="37537"/>
          <a:stretch/>
        </p:blipFill>
        <p:spPr>
          <a:xfrm>
            <a:off x="6466194" y="1341438"/>
            <a:ext cx="4121919" cy="4405312"/>
          </a:xfrm>
          <a:prstGeom prst="snipRoundRect">
            <a:avLst>
              <a:gd name="adj1" fmla="val 16667"/>
              <a:gd name="adj2" fmla="val 0"/>
            </a:avLst>
          </a:prstGeom>
        </p:spPr>
      </p:pic>
    </p:spTree>
    <p:extLst>
      <p:ext uri="{BB962C8B-B14F-4D97-AF65-F5344CB8AC3E}">
        <p14:creationId xmlns:p14="http://schemas.microsoft.com/office/powerpoint/2010/main" val="467328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49219D-55BE-4170-A6F5-796BCF3998D8}"/>
              </a:ext>
            </a:extLst>
          </p:cNvPr>
          <p:cNvSpPr>
            <a:spLocks noGrp="1"/>
          </p:cNvSpPr>
          <p:nvPr>
            <p:ph type="title"/>
          </p:nvPr>
        </p:nvSpPr>
        <p:spPr/>
        <p:txBody>
          <a:bodyPr/>
          <a:lstStyle/>
          <a:p>
            <a:r>
              <a:rPr lang="ru-RU" dirty="0"/>
              <a:t>Схема с использованием базового набора фигур </a:t>
            </a:r>
            <a:br>
              <a:rPr lang="ru-RU" dirty="0"/>
            </a:br>
            <a:r>
              <a:rPr lang="ru-RU" dirty="0"/>
              <a:t>(см. Дополнительные материалы, слайд 26)</a:t>
            </a:r>
          </a:p>
        </p:txBody>
      </p:sp>
      <p:grpSp>
        <p:nvGrpSpPr>
          <p:cNvPr id="5" name="Группа 4">
            <a:extLst>
              <a:ext uri="{FF2B5EF4-FFF2-40B4-BE49-F238E27FC236}">
                <a16:creationId xmlns:a16="http://schemas.microsoft.com/office/drawing/2014/main" id="{5752F947-01A6-4307-8862-1860FA69EA37}"/>
              </a:ext>
            </a:extLst>
          </p:cNvPr>
          <p:cNvGrpSpPr/>
          <p:nvPr/>
        </p:nvGrpSpPr>
        <p:grpSpPr>
          <a:xfrm>
            <a:off x="550222" y="1341438"/>
            <a:ext cx="11096122" cy="4840724"/>
            <a:chOff x="550222" y="1341438"/>
            <a:chExt cx="11096122" cy="4840724"/>
          </a:xfrm>
        </p:grpSpPr>
        <p:cxnSp>
          <p:nvCxnSpPr>
            <p:cNvPr id="6" name="Прямая соединительная линия 5">
              <a:extLst>
                <a:ext uri="{FF2B5EF4-FFF2-40B4-BE49-F238E27FC236}">
                  <a16:creationId xmlns:a16="http://schemas.microsoft.com/office/drawing/2014/main" id="{84F1E9E1-3331-4E8C-A4EF-96532185542E}"/>
                </a:ext>
              </a:extLst>
            </p:cNvPr>
            <p:cNvCxnSpPr>
              <a:cxnSpLocks/>
            </p:cNvCxnSpPr>
            <p:nvPr/>
          </p:nvCxnSpPr>
          <p:spPr>
            <a:xfrm>
              <a:off x="10672601" y="2893425"/>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Прямая соединительная линия 6">
              <a:extLst>
                <a:ext uri="{FF2B5EF4-FFF2-40B4-BE49-F238E27FC236}">
                  <a16:creationId xmlns:a16="http://schemas.microsoft.com/office/drawing/2014/main" id="{01F55F7B-43ED-49DF-AF14-7357A5A343DC}"/>
                </a:ext>
              </a:extLst>
            </p:cNvPr>
            <p:cNvCxnSpPr>
              <a:cxnSpLocks/>
            </p:cNvCxnSpPr>
            <p:nvPr/>
          </p:nvCxnSpPr>
          <p:spPr>
            <a:xfrm>
              <a:off x="1137514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Прямая соединительная линия 7">
              <a:extLst>
                <a:ext uri="{FF2B5EF4-FFF2-40B4-BE49-F238E27FC236}">
                  <a16:creationId xmlns:a16="http://schemas.microsoft.com/office/drawing/2014/main" id="{12D764BB-8137-4195-B736-69DFC7023AF3}"/>
                </a:ext>
              </a:extLst>
            </p:cNvPr>
            <p:cNvCxnSpPr>
              <a:cxnSpLocks/>
            </p:cNvCxnSpPr>
            <p:nvPr/>
          </p:nvCxnSpPr>
          <p:spPr>
            <a:xfrm>
              <a:off x="996726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Прямая соединительная линия 8">
              <a:extLst>
                <a:ext uri="{FF2B5EF4-FFF2-40B4-BE49-F238E27FC236}">
                  <a16:creationId xmlns:a16="http://schemas.microsoft.com/office/drawing/2014/main" id="{9AA84427-166E-4679-9ABB-ADBBD6C180A3}"/>
                </a:ext>
              </a:extLst>
            </p:cNvPr>
            <p:cNvCxnSpPr>
              <a:cxnSpLocks/>
            </p:cNvCxnSpPr>
            <p:nvPr/>
          </p:nvCxnSpPr>
          <p:spPr>
            <a:xfrm>
              <a:off x="1512934" y="298668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Прямая соединительная линия 9">
              <a:extLst>
                <a:ext uri="{FF2B5EF4-FFF2-40B4-BE49-F238E27FC236}">
                  <a16:creationId xmlns:a16="http://schemas.microsoft.com/office/drawing/2014/main" id="{ADEEB675-B187-480C-BC37-AB6B41F313FD}"/>
                </a:ext>
              </a:extLst>
            </p:cNvPr>
            <p:cNvCxnSpPr>
              <a:cxnSpLocks/>
            </p:cNvCxnSpPr>
            <p:nvPr/>
          </p:nvCxnSpPr>
          <p:spPr>
            <a:xfrm>
              <a:off x="2215474" y="2990863"/>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Прямая со стрелкой 10">
              <a:extLst>
                <a:ext uri="{FF2B5EF4-FFF2-40B4-BE49-F238E27FC236}">
                  <a16:creationId xmlns:a16="http://schemas.microsoft.com/office/drawing/2014/main" id="{35DB9C86-E43C-486B-B845-DA3EE0A9FD9B}"/>
                </a:ext>
              </a:extLst>
            </p:cNvPr>
            <p:cNvCxnSpPr>
              <a:cxnSpLocks/>
              <a:stCxn id="31" idx="2"/>
              <a:endCxn id="22" idx="0"/>
            </p:cNvCxnSpPr>
            <p:nvPr/>
          </p:nvCxnSpPr>
          <p:spPr>
            <a:xfrm>
              <a:off x="6103079" y="2991745"/>
              <a:ext cx="0" cy="108937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Прямая со стрелкой 11">
              <a:extLst>
                <a:ext uri="{FF2B5EF4-FFF2-40B4-BE49-F238E27FC236}">
                  <a16:creationId xmlns:a16="http://schemas.microsoft.com/office/drawing/2014/main" id="{55079EEB-6F3E-4FA4-930E-F062D986B375}"/>
                </a:ext>
              </a:extLst>
            </p:cNvPr>
            <p:cNvCxnSpPr>
              <a:cxnSpLocks/>
            </p:cNvCxnSpPr>
            <p:nvPr/>
          </p:nvCxnSpPr>
          <p:spPr>
            <a:xfrm flipH="1">
              <a:off x="5113152" y="2658264"/>
              <a:ext cx="316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Прямая со стрелкой 12">
              <a:extLst>
                <a:ext uri="{FF2B5EF4-FFF2-40B4-BE49-F238E27FC236}">
                  <a16:creationId xmlns:a16="http://schemas.microsoft.com/office/drawing/2014/main" id="{A50D774A-43E9-4A9D-B477-09DA0BAAAD27}"/>
                </a:ext>
              </a:extLst>
            </p:cNvPr>
            <p:cNvCxnSpPr>
              <a:cxnSpLocks/>
              <a:stCxn id="32" idx="1"/>
              <a:endCxn id="31" idx="3"/>
            </p:cNvCxnSpPr>
            <p:nvPr/>
          </p:nvCxnSpPr>
          <p:spPr>
            <a:xfrm flipH="1">
              <a:off x="6777005" y="2663638"/>
              <a:ext cx="329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Прямая соединительная линия 13">
              <a:extLst>
                <a:ext uri="{FF2B5EF4-FFF2-40B4-BE49-F238E27FC236}">
                  <a16:creationId xmlns:a16="http://schemas.microsoft.com/office/drawing/2014/main" id="{51169ADD-E689-4044-81EE-747B517335DD}"/>
                </a:ext>
              </a:extLst>
            </p:cNvPr>
            <p:cNvCxnSpPr>
              <a:cxnSpLocks/>
            </p:cNvCxnSpPr>
            <p:nvPr/>
          </p:nvCxnSpPr>
          <p:spPr>
            <a:xfrm>
              <a:off x="807594" y="2990863"/>
              <a:ext cx="0" cy="491317"/>
            </a:xfrm>
            <a:prstGeom prst="line">
              <a:avLst/>
            </a:prstGeom>
          </p:spPr>
          <p:style>
            <a:lnRef idx="1">
              <a:schemeClr val="accent1"/>
            </a:lnRef>
            <a:fillRef idx="0">
              <a:schemeClr val="accent1"/>
            </a:fillRef>
            <a:effectRef idx="0">
              <a:schemeClr val="accent1"/>
            </a:effectRef>
            <a:fontRef idx="minor">
              <a:schemeClr val="tx1"/>
            </a:fontRef>
          </p:style>
        </p:cxnSp>
        <p:sp>
          <p:nvSpPr>
            <p:cNvPr id="15" name="Прямоугольник 14">
              <a:extLst>
                <a:ext uri="{FF2B5EF4-FFF2-40B4-BE49-F238E27FC236}">
                  <a16:creationId xmlns:a16="http://schemas.microsoft.com/office/drawing/2014/main" id="{9C876AC8-4822-48F2-81D5-F4AB9A2C6030}"/>
                </a:ext>
              </a:extLst>
            </p:cNvPr>
            <p:cNvSpPr/>
            <p:nvPr/>
          </p:nvSpPr>
          <p:spPr>
            <a:xfrm>
              <a:off x="4097180" y="1341438"/>
              <a:ext cx="4011796" cy="656213"/>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t>Основной блок</a:t>
              </a:r>
              <a:endParaRPr lang="ru-RU" sz="1400" dirty="0">
                <a:solidFill>
                  <a:schemeClr val="lt1"/>
                </a:solidFill>
              </a:endParaRPr>
            </a:p>
          </p:txBody>
        </p:sp>
        <p:sp>
          <p:nvSpPr>
            <p:cNvPr id="16" name="Прямоугольник 15">
              <a:extLst>
                <a:ext uri="{FF2B5EF4-FFF2-40B4-BE49-F238E27FC236}">
                  <a16:creationId xmlns:a16="http://schemas.microsoft.com/office/drawing/2014/main" id="{D6BC446A-2DD7-4322-A68A-92984DC83B6D}"/>
                </a:ext>
              </a:extLst>
            </p:cNvPr>
            <p:cNvSpPr/>
            <p:nvPr/>
          </p:nvSpPr>
          <p:spPr>
            <a:xfrm rot="16200000">
              <a:off x="-658734" y="4458460"/>
              <a:ext cx="2932657" cy="51474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1.А</a:t>
              </a:r>
            </a:p>
          </p:txBody>
        </p:sp>
        <p:sp>
          <p:nvSpPr>
            <p:cNvPr id="17" name="Прямоугольник 16">
              <a:extLst>
                <a:ext uri="{FF2B5EF4-FFF2-40B4-BE49-F238E27FC236}">
                  <a16:creationId xmlns:a16="http://schemas.microsoft.com/office/drawing/2014/main" id="{0179CABB-2587-4350-87B5-16C4EDA75012}"/>
                </a:ext>
              </a:extLst>
            </p:cNvPr>
            <p:cNvSpPr/>
            <p:nvPr/>
          </p:nvSpPr>
          <p:spPr>
            <a:xfrm rot="16200000">
              <a:off x="46602" y="4453419"/>
              <a:ext cx="2932665" cy="51474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1.В</a:t>
              </a:r>
            </a:p>
          </p:txBody>
        </p:sp>
        <p:sp>
          <p:nvSpPr>
            <p:cNvPr id="18" name="Прямоугольник 17">
              <a:extLst>
                <a:ext uri="{FF2B5EF4-FFF2-40B4-BE49-F238E27FC236}">
                  <a16:creationId xmlns:a16="http://schemas.microsoft.com/office/drawing/2014/main" id="{3F33CBAB-0C75-4A03-9692-6279D75177AD}"/>
                </a:ext>
              </a:extLst>
            </p:cNvPr>
            <p:cNvSpPr/>
            <p:nvPr/>
          </p:nvSpPr>
          <p:spPr>
            <a:xfrm rot="16200000">
              <a:off x="751664" y="4452677"/>
              <a:ext cx="2927621" cy="521278"/>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1.С</a:t>
              </a:r>
            </a:p>
          </p:txBody>
        </p:sp>
        <p:sp>
          <p:nvSpPr>
            <p:cNvPr id="19" name="Прямоугольник 18">
              <a:extLst>
                <a:ext uri="{FF2B5EF4-FFF2-40B4-BE49-F238E27FC236}">
                  <a16:creationId xmlns:a16="http://schemas.microsoft.com/office/drawing/2014/main" id="{43A3BD38-344B-41D4-86D7-9D39895ABDA0}"/>
                </a:ext>
              </a:extLst>
            </p:cNvPr>
            <p:cNvSpPr/>
            <p:nvPr/>
          </p:nvSpPr>
          <p:spPr>
            <a:xfrm rot="16200000">
              <a:off x="9211629"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2.В</a:t>
              </a:r>
            </a:p>
          </p:txBody>
        </p:sp>
        <p:sp>
          <p:nvSpPr>
            <p:cNvPr id="20" name="Прямоугольник 19">
              <a:extLst>
                <a:ext uri="{FF2B5EF4-FFF2-40B4-BE49-F238E27FC236}">
                  <a16:creationId xmlns:a16="http://schemas.microsoft.com/office/drawing/2014/main" id="{E1CF0B04-8A60-4EDC-BC0F-6026360170E0}"/>
                </a:ext>
              </a:extLst>
            </p:cNvPr>
            <p:cNvSpPr/>
            <p:nvPr/>
          </p:nvSpPr>
          <p:spPr>
            <a:xfrm rot="16200000">
              <a:off x="9918187"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2.С</a:t>
              </a:r>
            </a:p>
          </p:txBody>
        </p:sp>
        <p:sp>
          <p:nvSpPr>
            <p:cNvPr id="21" name="Прямоугольник 20">
              <a:extLst>
                <a:ext uri="{FF2B5EF4-FFF2-40B4-BE49-F238E27FC236}">
                  <a16:creationId xmlns:a16="http://schemas.microsoft.com/office/drawing/2014/main" id="{E9F6AADE-53E9-4099-B99A-2D8E91C393CF}"/>
                </a:ext>
              </a:extLst>
            </p:cNvPr>
            <p:cNvSpPr/>
            <p:nvPr/>
          </p:nvSpPr>
          <p:spPr>
            <a:xfrm rot="16200000">
              <a:off x="8501834"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2.А</a:t>
              </a:r>
            </a:p>
          </p:txBody>
        </p:sp>
        <p:sp>
          <p:nvSpPr>
            <p:cNvPr id="22" name="Прямоугольник 21">
              <a:extLst>
                <a:ext uri="{FF2B5EF4-FFF2-40B4-BE49-F238E27FC236}">
                  <a16:creationId xmlns:a16="http://schemas.microsoft.com/office/drawing/2014/main" id="{164F93F9-8B31-46F6-8366-5E8F5C7B1A35}"/>
                </a:ext>
              </a:extLst>
            </p:cNvPr>
            <p:cNvSpPr/>
            <p:nvPr/>
          </p:nvSpPr>
          <p:spPr>
            <a:xfrm>
              <a:off x="5190876" y="4081117"/>
              <a:ext cx="1824405" cy="1116468"/>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Акцентный блок</a:t>
              </a:r>
            </a:p>
          </p:txBody>
        </p:sp>
        <p:sp>
          <p:nvSpPr>
            <p:cNvPr id="23" name="Полилиния: фигура 22">
              <a:extLst>
                <a:ext uri="{FF2B5EF4-FFF2-40B4-BE49-F238E27FC236}">
                  <a16:creationId xmlns:a16="http://schemas.microsoft.com/office/drawing/2014/main" id="{76218F36-0923-4DA5-B796-8DCD0BAA3C6D}"/>
                </a:ext>
              </a:extLst>
            </p:cNvPr>
            <p:cNvSpPr/>
            <p:nvPr/>
          </p:nvSpPr>
          <p:spPr>
            <a:xfrm>
              <a:off x="2805287" y="2980998"/>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4" name="Полилиния: фигура 23">
              <a:extLst>
                <a:ext uri="{FF2B5EF4-FFF2-40B4-BE49-F238E27FC236}">
                  <a16:creationId xmlns:a16="http://schemas.microsoft.com/office/drawing/2014/main" id="{76001BE1-2B2A-43F6-BE95-410C022201FE}"/>
                </a:ext>
              </a:extLst>
            </p:cNvPr>
            <p:cNvSpPr/>
            <p:nvPr/>
          </p:nvSpPr>
          <p:spPr>
            <a:xfrm>
              <a:off x="4202305" y="2980998"/>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5" name="Полилиния: фигура 24">
              <a:extLst>
                <a:ext uri="{FF2B5EF4-FFF2-40B4-BE49-F238E27FC236}">
                  <a16:creationId xmlns:a16="http://schemas.microsoft.com/office/drawing/2014/main" id="{EF0A761E-366B-4CCF-BC6E-8F070CC35A01}"/>
                </a:ext>
              </a:extLst>
            </p:cNvPr>
            <p:cNvSpPr/>
            <p:nvPr/>
          </p:nvSpPr>
          <p:spPr>
            <a:xfrm flipH="1">
              <a:off x="6788054" y="2991745"/>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6" name="Полилиния: фигура 25">
              <a:extLst>
                <a:ext uri="{FF2B5EF4-FFF2-40B4-BE49-F238E27FC236}">
                  <a16:creationId xmlns:a16="http://schemas.microsoft.com/office/drawing/2014/main" id="{675A9EB2-CFC6-4257-A32E-50A7104E64CF}"/>
                </a:ext>
              </a:extLst>
            </p:cNvPr>
            <p:cNvSpPr/>
            <p:nvPr/>
          </p:nvSpPr>
          <p:spPr>
            <a:xfrm flipH="1">
              <a:off x="6444814" y="2991745"/>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7" name="Полилиния: фигура 26">
              <a:extLst>
                <a:ext uri="{FF2B5EF4-FFF2-40B4-BE49-F238E27FC236}">
                  <a16:creationId xmlns:a16="http://schemas.microsoft.com/office/drawing/2014/main" id="{CB67E190-A707-4939-BAEE-988DCAF5DEB1}"/>
                </a:ext>
              </a:extLst>
            </p:cNvPr>
            <p:cNvSpPr/>
            <p:nvPr/>
          </p:nvSpPr>
          <p:spPr>
            <a:xfrm>
              <a:off x="6454140" y="2994660"/>
              <a:ext cx="2796540" cy="375761"/>
            </a:xfrm>
            <a:custGeom>
              <a:avLst/>
              <a:gdLst>
                <a:gd name="connsiteX0" fmla="*/ 2804160 w 2804160"/>
                <a:gd name="connsiteY0" fmla="*/ 0 h 373380"/>
                <a:gd name="connsiteX1" fmla="*/ 2804160 w 2804160"/>
                <a:gd name="connsiteY1" fmla="*/ 373380 h 373380"/>
                <a:gd name="connsiteX2" fmla="*/ 0 w 2804160"/>
                <a:gd name="connsiteY2" fmla="*/ 373380 h 373380"/>
                <a:gd name="connsiteX3" fmla="*/ 7620 w 2804160"/>
                <a:gd name="connsiteY3" fmla="*/ 0 h 373380"/>
                <a:gd name="connsiteX4" fmla="*/ 7620 w 2804160"/>
                <a:gd name="connsiteY4" fmla="*/ 0 h 373380"/>
                <a:gd name="connsiteX0" fmla="*/ 2796540 w 2796540"/>
                <a:gd name="connsiteY0" fmla="*/ 0 h 375761"/>
                <a:gd name="connsiteX1" fmla="*/ 2796540 w 2796540"/>
                <a:gd name="connsiteY1" fmla="*/ 373380 h 375761"/>
                <a:gd name="connsiteX2" fmla="*/ 1905 w 2796540"/>
                <a:gd name="connsiteY2" fmla="*/ 375761 h 375761"/>
                <a:gd name="connsiteX3" fmla="*/ 0 w 2796540"/>
                <a:gd name="connsiteY3" fmla="*/ 0 h 375761"/>
                <a:gd name="connsiteX4" fmla="*/ 0 w 2796540"/>
                <a:gd name="connsiteY4" fmla="*/ 0 h 3757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 h="375761">
                  <a:moveTo>
                    <a:pt x="2796540" y="0"/>
                  </a:moveTo>
                  <a:lnTo>
                    <a:pt x="2796540" y="373380"/>
                  </a:lnTo>
                  <a:lnTo>
                    <a:pt x="1905" y="375761"/>
                  </a:lnTo>
                  <a:lnTo>
                    <a:pt x="0" y="0"/>
                  </a:lnTo>
                  <a:lnTo>
                    <a:pt x="0" y="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8" name="Полилиния: фигура 27">
              <a:extLst>
                <a:ext uri="{FF2B5EF4-FFF2-40B4-BE49-F238E27FC236}">
                  <a16:creationId xmlns:a16="http://schemas.microsoft.com/office/drawing/2014/main" id="{469CF88D-2312-4BED-81F3-5D5608522681}"/>
                </a:ext>
              </a:extLst>
            </p:cNvPr>
            <p:cNvSpPr/>
            <p:nvPr/>
          </p:nvSpPr>
          <p:spPr>
            <a:xfrm>
              <a:off x="2485440" y="2987674"/>
              <a:ext cx="3253530" cy="1675765"/>
            </a:xfrm>
            <a:custGeom>
              <a:avLst/>
              <a:gdLst>
                <a:gd name="connsiteX0" fmla="*/ 3254375 w 3254375"/>
                <a:gd name="connsiteY0" fmla="*/ 0 h 1250950"/>
                <a:gd name="connsiteX1" fmla="*/ 3251200 w 3254375"/>
                <a:gd name="connsiteY1" fmla="*/ 384175 h 1250950"/>
                <a:gd name="connsiteX2" fmla="*/ 930275 w 3254375"/>
                <a:gd name="connsiteY2" fmla="*/ 384175 h 1250950"/>
                <a:gd name="connsiteX3" fmla="*/ 9334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930275 w 3254375"/>
                <a:gd name="connsiteY2" fmla="*/ 38417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68525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82812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392907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274401 h 1250950"/>
                <a:gd name="connsiteX3" fmla="*/ 2178050 w 3254375"/>
                <a:gd name="connsiteY3" fmla="*/ 1250950 h 1250950"/>
                <a:gd name="connsiteX4" fmla="*/ 0 w 3254375"/>
                <a:gd name="connsiteY4" fmla="*/ 1250950 h 1250950"/>
                <a:gd name="connsiteX0" fmla="*/ 3254375 w 3257725"/>
                <a:gd name="connsiteY0" fmla="*/ 0 h 1250950"/>
                <a:gd name="connsiteX1" fmla="*/ 3257586 w 3257725"/>
                <a:gd name="connsiteY1" fmla="*/ 272780 h 1250950"/>
                <a:gd name="connsiteX2" fmla="*/ 2170906 w 3257725"/>
                <a:gd name="connsiteY2" fmla="*/ 274401 h 1250950"/>
                <a:gd name="connsiteX3" fmla="*/ 2178050 w 3257725"/>
                <a:gd name="connsiteY3" fmla="*/ 1250950 h 1250950"/>
                <a:gd name="connsiteX4" fmla="*/ 0 w 3257725"/>
                <a:gd name="connsiteY4" fmla="*/ 1250950 h 1250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7725" h="1250950">
                  <a:moveTo>
                    <a:pt x="3254375" y="0"/>
                  </a:moveTo>
                  <a:cubicBezTo>
                    <a:pt x="3253317" y="128058"/>
                    <a:pt x="3258644" y="144722"/>
                    <a:pt x="3257586" y="272780"/>
                  </a:cubicBezTo>
                  <a:lnTo>
                    <a:pt x="2170906" y="274401"/>
                  </a:lnTo>
                  <a:cubicBezTo>
                    <a:pt x="2171964" y="563326"/>
                    <a:pt x="2176992" y="962025"/>
                    <a:pt x="2178050" y="1250950"/>
                  </a:cubicBezTo>
                  <a:lnTo>
                    <a:pt x="0" y="125095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9" name="Прямоугольник 28">
              <a:extLst>
                <a:ext uri="{FF2B5EF4-FFF2-40B4-BE49-F238E27FC236}">
                  <a16:creationId xmlns:a16="http://schemas.microsoft.com/office/drawing/2014/main" id="{9A942803-E35E-4E72-8902-99A185307515}"/>
                </a:ext>
              </a:extLst>
            </p:cNvPr>
            <p:cNvSpPr/>
            <p:nvPr/>
          </p:nvSpPr>
          <p:spPr>
            <a:xfrm>
              <a:off x="558874" y="2335529"/>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a:t>
              </a:r>
            </a:p>
          </p:txBody>
        </p:sp>
        <p:sp>
          <p:nvSpPr>
            <p:cNvPr id="30" name="Прямоугольник 29">
              <a:extLst>
                <a:ext uri="{FF2B5EF4-FFF2-40B4-BE49-F238E27FC236}">
                  <a16:creationId xmlns:a16="http://schemas.microsoft.com/office/drawing/2014/main" id="{C5658DFB-B42B-4FF4-8170-FEE45D332088}"/>
                </a:ext>
              </a:extLst>
            </p:cNvPr>
            <p:cNvSpPr/>
            <p:nvPr/>
          </p:nvSpPr>
          <p:spPr>
            <a:xfrm>
              <a:off x="3370941" y="2335530"/>
              <a:ext cx="1755258"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a:t>
              </a:r>
            </a:p>
          </p:txBody>
        </p:sp>
        <p:sp>
          <p:nvSpPr>
            <p:cNvPr id="31" name="Прямоугольник 30">
              <a:extLst>
                <a:ext uri="{FF2B5EF4-FFF2-40B4-BE49-F238E27FC236}">
                  <a16:creationId xmlns:a16="http://schemas.microsoft.com/office/drawing/2014/main" id="{2514677B-008E-4CFF-9ABC-B39CA9B9786E}"/>
                </a:ext>
              </a:extLst>
            </p:cNvPr>
            <p:cNvSpPr/>
            <p:nvPr/>
          </p:nvSpPr>
          <p:spPr>
            <a:xfrm>
              <a:off x="5429152" y="2335531"/>
              <a:ext cx="1347853"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3</a:t>
              </a:r>
            </a:p>
          </p:txBody>
        </p:sp>
        <p:sp>
          <p:nvSpPr>
            <p:cNvPr id="32" name="Прямоугольник 31">
              <a:extLst>
                <a:ext uri="{FF2B5EF4-FFF2-40B4-BE49-F238E27FC236}">
                  <a16:creationId xmlns:a16="http://schemas.microsoft.com/office/drawing/2014/main" id="{6AB8DD61-97F7-4AF0-B7E6-12CD0ED54152}"/>
                </a:ext>
              </a:extLst>
            </p:cNvPr>
            <p:cNvSpPr/>
            <p:nvPr/>
          </p:nvSpPr>
          <p:spPr>
            <a:xfrm>
              <a:off x="7106178" y="2335531"/>
              <a:ext cx="1728099"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4</a:t>
              </a:r>
            </a:p>
          </p:txBody>
        </p:sp>
        <p:sp>
          <p:nvSpPr>
            <p:cNvPr id="33" name="Прямоугольник 32">
              <a:extLst>
                <a:ext uri="{FF2B5EF4-FFF2-40B4-BE49-F238E27FC236}">
                  <a16:creationId xmlns:a16="http://schemas.microsoft.com/office/drawing/2014/main" id="{ED4439D1-85C4-45F5-81C9-FEE31246F4AC}"/>
                </a:ext>
              </a:extLst>
            </p:cNvPr>
            <p:cNvSpPr/>
            <p:nvPr/>
          </p:nvSpPr>
          <p:spPr>
            <a:xfrm>
              <a:off x="9150340" y="2335531"/>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5</a:t>
              </a:r>
            </a:p>
          </p:txBody>
        </p:sp>
        <p:sp>
          <p:nvSpPr>
            <p:cNvPr id="34" name="Полилиния: фигура 33">
              <a:extLst>
                <a:ext uri="{FF2B5EF4-FFF2-40B4-BE49-F238E27FC236}">
                  <a16:creationId xmlns:a16="http://schemas.microsoft.com/office/drawing/2014/main" id="{DB43CF30-0034-46D2-A67C-A59B2B3BB2DF}"/>
                </a:ext>
              </a:extLst>
            </p:cNvPr>
            <p:cNvSpPr/>
            <p:nvPr/>
          </p:nvSpPr>
          <p:spPr>
            <a:xfrm>
              <a:off x="2476114" y="2991028"/>
              <a:ext cx="1386585" cy="1327957"/>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35" name="Полилиния: фигура 34">
              <a:extLst>
                <a:ext uri="{FF2B5EF4-FFF2-40B4-BE49-F238E27FC236}">
                  <a16:creationId xmlns:a16="http://schemas.microsoft.com/office/drawing/2014/main" id="{271D1B36-7636-4139-B99B-E370E5DDBA38}"/>
                </a:ext>
              </a:extLst>
            </p:cNvPr>
            <p:cNvSpPr/>
            <p:nvPr/>
          </p:nvSpPr>
          <p:spPr>
            <a:xfrm>
              <a:off x="2466996" y="2994660"/>
              <a:ext cx="7043138" cy="2567940"/>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grpSp>
    </p:spTree>
    <p:extLst>
      <p:ext uri="{BB962C8B-B14F-4D97-AF65-F5344CB8AC3E}">
        <p14:creationId xmlns:p14="http://schemas.microsoft.com/office/powerpoint/2010/main" val="596803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7174D0-79A5-405F-875B-6D8A9C002687}"/>
              </a:ext>
            </a:extLst>
          </p:cNvPr>
          <p:cNvSpPr>
            <a:spLocks noGrp="1"/>
          </p:cNvSpPr>
          <p:nvPr>
            <p:ph type="title"/>
          </p:nvPr>
        </p:nvSpPr>
        <p:spPr>
          <a:xfrm>
            <a:off x="550863" y="407976"/>
            <a:ext cx="9608330" cy="332399"/>
          </a:xfrm>
        </p:spPr>
        <p:txBody>
          <a:bodyPr/>
          <a:lstStyle/>
          <a:p>
            <a:r>
              <a:rPr lang="ru-RU" dirty="0"/>
              <a:t>Здание ГУАП со стороны реки Мойки</a:t>
            </a:r>
          </a:p>
        </p:txBody>
      </p:sp>
      <p:pic>
        <p:nvPicPr>
          <p:cNvPr id="3" name="Рисунок 2">
            <a:extLst>
              <a:ext uri="{FF2B5EF4-FFF2-40B4-BE49-F238E27FC236}">
                <a16:creationId xmlns:a16="http://schemas.microsoft.com/office/drawing/2014/main" id="{6BF1AF72-31A0-49C5-BD55-8DC5F4C85F32}"/>
              </a:ext>
            </a:extLst>
          </p:cNvPr>
          <p:cNvPicPr>
            <a:picLocks noChangeAspect="1"/>
          </p:cNvPicPr>
          <p:nvPr/>
        </p:nvPicPr>
        <p:blipFill rotWithShape="1">
          <a:blip r:embed="rId2"/>
          <a:srcRect t="30981" b="922"/>
          <a:stretch/>
        </p:blipFill>
        <p:spPr>
          <a:xfrm>
            <a:off x="550863" y="1341439"/>
            <a:ext cx="11090275" cy="5040312"/>
          </a:xfrm>
          <a:prstGeom prst="snipRoundRect">
            <a:avLst>
              <a:gd name="adj1" fmla="val 16667"/>
              <a:gd name="adj2" fmla="val 0"/>
            </a:avLst>
          </a:prstGeom>
        </p:spPr>
      </p:pic>
    </p:spTree>
    <p:extLst>
      <p:ext uri="{BB962C8B-B14F-4D97-AF65-F5344CB8AC3E}">
        <p14:creationId xmlns:p14="http://schemas.microsoft.com/office/powerpoint/2010/main" val="36891250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9715500" y="-5"/>
            <a:ext cx="2476500"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l="37690" t="7363" r="22797" b="22038"/>
          <a:stretch/>
        </p:blipFill>
        <p:spPr>
          <a:xfrm>
            <a:off x="9715499" y="0"/>
            <a:ext cx="2476501"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26998200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550862" y="-1"/>
            <a:ext cx="11641138"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sp>
        <p:nvSpPr>
          <p:cNvPr id="4" name="Заголовок 1">
            <a:extLst>
              <a:ext uri="{FF2B5EF4-FFF2-40B4-BE49-F238E27FC236}">
                <a16:creationId xmlns:a16="http://schemas.microsoft.com/office/drawing/2014/main" id="{DDAA141C-6016-4588-85A5-4A4F9CC4B2AF}"/>
              </a:ext>
            </a:extLst>
          </p:cNvPr>
          <p:cNvSpPr txBox="1">
            <a:spLocks/>
          </p:cNvSpPr>
          <p:nvPr/>
        </p:nvSpPr>
        <p:spPr>
          <a:xfrm>
            <a:off x="661208" y="407976"/>
            <a:ext cx="9608330" cy="332399"/>
          </a:xfrm>
          <a:prstGeom prst="rect">
            <a:avLst/>
          </a:prstGeom>
        </p:spPr>
        <p:txBody>
          <a:bodyPr/>
          <a:lstStyle>
            <a:lvl1pPr algn="l" defTabSz="914400" rtl="0" eaLnBrk="1" latinLnBrk="0" hangingPunct="1">
              <a:lnSpc>
                <a:spcPct val="90000"/>
              </a:lnSpc>
              <a:spcBef>
                <a:spcPct val="0"/>
              </a:spcBef>
              <a:buNone/>
              <a:defRPr sz="2400" b="1" kern="1200">
                <a:solidFill>
                  <a:schemeClr val="bg1"/>
                </a:solidFill>
                <a:latin typeface="+mj-lt"/>
                <a:ea typeface="+mj-ea"/>
                <a:cs typeface="+mj-cs"/>
              </a:defRPr>
            </a:lvl1pPr>
          </a:lstStyle>
          <a:p>
            <a:r>
              <a:rPr lang="ru-RU" dirty="0"/>
              <a:t>Здание ГУАП со стороны реки Мойки</a:t>
            </a:r>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t="7363" r="22797" b="22038"/>
          <a:stretch/>
        </p:blipFill>
        <p:spPr>
          <a:xfrm>
            <a:off x="7353301" y="0"/>
            <a:ext cx="4838700"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3352197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Дополнительные </a:t>
            </a:r>
            <a:br>
              <a:rPr lang="ru-RU" dirty="0"/>
            </a:br>
            <a:r>
              <a:rPr lang="ru-RU" dirty="0"/>
              <a:t>материалы </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Tree>
    <p:extLst>
      <p:ext uri="{BB962C8B-B14F-4D97-AF65-F5344CB8AC3E}">
        <p14:creationId xmlns:p14="http://schemas.microsoft.com/office/powerpoint/2010/main" val="7073449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8F5DBD-2C36-4C1C-8D7E-D225D7320AE5}"/>
              </a:ext>
            </a:extLst>
          </p:cNvPr>
          <p:cNvSpPr>
            <a:spLocks noGrp="1"/>
          </p:cNvSpPr>
          <p:nvPr>
            <p:ph type="title"/>
          </p:nvPr>
        </p:nvSpPr>
        <p:spPr/>
        <p:txBody>
          <a:bodyPr/>
          <a:lstStyle/>
          <a:p>
            <a:r>
              <a:rPr lang="ru-RU" dirty="0"/>
              <a:t>Иконки подразделений. Фирменный цвет подразделений</a:t>
            </a:r>
          </a:p>
        </p:txBody>
      </p:sp>
      <p:pic>
        <p:nvPicPr>
          <p:cNvPr id="5" name="Рисунок 4">
            <a:extLst>
              <a:ext uri="{FF2B5EF4-FFF2-40B4-BE49-F238E27FC236}">
                <a16:creationId xmlns:a16="http://schemas.microsoft.com/office/drawing/2014/main" id="{02E6FD61-773B-4F8F-B195-819E4061AF5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819826" y="2544269"/>
            <a:ext cx="2075894" cy="572489"/>
          </a:xfrm>
          <a:prstGeom prst="rect">
            <a:avLst/>
          </a:prstGeom>
        </p:spPr>
      </p:pic>
      <p:pic>
        <p:nvPicPr>
          <p:cNvPr id="6" name="Рисунок 5">
            <a:extLst>
              <a:ext uri="{FF2B5EF4-FFF2-40B4-BE49-F238E27FC236}">
                <a16:creationId xmlns:a16="http://schemas.microsoft.com/office/drawing/2014/main" id="{A52C6D35-2573-4718-8B2D-60A4748512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9742" y="2544269"/>
            <a:ext cx="1682619" cy="572489"/>
          </a:xfrm>
          <a:prstGeom prst="rect">
            <a:avLst/>
          </a:prstGeom>
        </p:spPr>
      </p:pic>
      <p:pic>
        <p:nvPicPr>
          <p:cNvPr id="7" name="Рисунок 6">
            <a:extLst>
              <a:ext uri="{FF2B5EF4-FFF2-40B4-BE49-F238E27FC236}">
                <a16:creationId xmlns:a16="http://schemas.microsoft.com/office/drawing/2014/main" id="{60BD9149-DBF1-4724-9E78-4796BF87556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742" y="5231939"/>
            <a:ext cx="1588033" cy="572489"/>
          </a:xfrm>
          <a:prstGeom prst="rect">
            <a:avLst/>
          </a:prstGeom>
        </p:spPr>
      </p:pic>
      <p:pic>
        <p:nvPicPr>
          <p:cNvPr id="8" name="Рисунок 7">
            <a:extLst>
              <a:ext uri="{FF2B5EF4-FFF2-40B4-BE49-F238E27FC236}">
                <a16:creationId xmlns:a16="http://schemas.microsoft.com/office/drawing/2014/main" id="{73918100-00F2-46F2-9672-D1D1C1B14D9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9742" y="3919997"/>
            <a:ext cx="1697553" cy="572489"/>
          </a:xfrm>
          <a:prstGeom prst="rect">
            <a:avLst/>
          </a:prstGeom>
        </p:spPr>
      </p:pic>
      <p:pic>
        <p:nvPicPr>
          <p:cNvPr id="9" name="Рисунок 8">
            <a:extLst>
              <a:ext uri="{FF2B5EF4-FFF2-40B4-BE49-F238E27FC236}">
                <a16:creationId xmlns:a16="http://schemas.microsoft.com/office/drawing/2014/main" id="{614FE9D2-624D-4E3D-9597-734D35800EB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19826" y="1295506"/>
            <a:ext cx="1458602" cy="572489"/>
          </a:xfrm>
          <a:prstGeom prst="rect">
            <a:avLst/>
          </a:prstGeom>
        </p:spPr>
      </p:pic>
      <p:pic>
        <p:nvPicPr>
          <p:cNvPr id="10" name="Рисунок 9">
            <a:extLst>
              <a:ext uri="{FF2B5EF4-FFF2-40B4-BE49-F238E27FC236}">
                <a16:creationId xmlns:a16="http://schemas.microsoft.com/office/drawing/2014/main" id="{6DD59B74-F320-47D8-BAED-E8248C8B75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104325" y="3919997"/>
            <a:ext cx="2026112" cy="572489"/>
          </a:xfrm>
          <a:prstGeom prst="rect">
            <a:avLst/>
          </a:prstGeom>
        </p:spPr>
      </p:pic>
      <p:pic>
        <p:nvPicPr>
          <p:cNvPr id="11" name="Рисунок 10">
            <a:extLst>
              <a:ext uri="{FF2B5EF4-FFF2-40B4-BE49-F238E27FC236}">
                <a16:creationId xmlns:a16="http://schemas.microsoft.com/office/drawing/2014/main" id="{5805959A-AED9-435F-88AB-C0A4DCAA02D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104325" y="5255967"/>
            <a:ext cx="1578077" cy="572489"/>
          </a:xfrm>
          <a:prstGeom prst="rect">
            <a:avLst/>
          </a:prstGeom>
        </p:spPr>
      </p:pic>
      <p:pic>
        <p:nvPicPr>
          <p:cNvPr id="12" name="Рисунок 11">
            <a:extLst>
              <a:ext uri="{FF2B5EF4-FFF2-40B4-BE49-F238E27FC236}">
                <a16:creationId xmlns:a16="http://schemas.microsoft.com/office/drawing/2014/main" id="{3D933651-780C-4314-9FBB-CCD3A23EBD9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104325" y="2544269"/>
            <a:ext cx="1593012" cy="572489"/>
          </a:xfrm>
          <a:prstGeom prst="rect">
            <a:avLst/>
          </a:prstGeom>
        </p:spPr>
      </p:pic>
      <p:pic>
        <p:nvPicPr>
          <p:cNvPr id="13" name="Рисунок 12">
            <a:extLst>
              <a:ext uri="{FF2B5EF4-FFF2-40B4-BE49-F238E27FC236}">
                <a16:creationId xmlns:a16="http://schemas.microsoft.com/office/drawing/2014/main" id="{8D285D54-18C6-460C-A606-0D720014092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19826" y="3919997"/>
            <a:ext cx="1742356" cy="572489"/>
          </a:xfrm>
          <a:prstGeom prst="rect">
            <a:avLst/>
          </a:prstGeom>
        </p:spPr>
      </p:pic>
      <p:pic>
        <p:nvPicPr>
          <p:cNvPr id="14" name="Рисунок 13">
            <a:extLst>
              <a:ext uri="{FF2B5EF4-FFF2-40B4-BE49-F238E27FC236}">
                <a16:creationId xmlns:a16="http://schemas.microsoft.com/office/drawing/2014/main" id="{491BA0C3-1A16-4A6D-8849-7E257272FDF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04325" y="1295506"/>
            <a:ext cx="1413798" cy="572488"/>
          </a:xfrm>
          <a:prstGeom prst="rect">
            <a:avLst/>
          </a:prstGeom>
        </p:spPr>
      </p:pic>
      <p:pic>
        <p:nvPicPr>
          <p:cNvPr id="15" name="Рисунок 14">
            <a:extLst>
              <a:ext uri="{FF2B5EF4-FFF2-40B4-BE49-F238E27FC236}">
                <a16:creationId xmlns:a16="http://schemas.microsoft.com/office/drawing/2014/main" id="{E0D6C905-9D52-4EFF-879F-AF75F124997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819826" y="5309428"/>
            <a:ext cx="1573099" cy="542620"/>
          </a:xfrm>
          <a:prstGeom prst="rect">
            <a:avLst/>
          </a:prstGeom>
        </p:spPr>
      </p:pic>
      <p:pic>
        <p:nvPicPr>
          <p:cNvPr id="16" name="Рисунок 15">
            <a:extLst>
              <a:ext uri="{FF2B5EF4-FFF2-40B4-BE49-F238E27FC236}">
                <a16:creationId xmlns:a16="http://schemas.microsoft.com/office/drawing/2014/main" id="{3061C9CC-FCC9-4DBD-9779-91717499D4A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59742" y="1295506"/>
            <a:ext cx="1826986" cy="572489"/>
          </a:xfrm>
          <a:prstGeom prst="rect">
            <a:avLst/>
          </a:prstGeom>
        </p:spPr>
      </p:pic>
      <p:pic>
        <p:nvPicPr>
          <p:cNvPr id="17" name="Рисунок 16">
            <a:extLst>
              <a:ext uri="{FF2B5EF4-FFF2-40B4-BE49-F238E27FC236}">
                <a16:creationId xmlns:a16="http://schemas.microsoft.com/office/drawing/2014/main" id="{118DE629-5DAB-4483-9B80-46A7C821CA4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5C588A11-E40E-42D8-98D9-F607DB4284F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0F32ED17-1888-4B66-8DE3-91B163D2AA9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23D998EB-3C21-4E05-9557-DCB832874F32}"/>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4B3A74BD-9DBE-453D-A33F-202E0F3F18DA}"/>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620306" y="5244700"/>
            <a:ext cx="514514" cy="491948"/>
          </a:xfrm>
          <a:prstGeom prst="rect">
            <a:avLst/>
          </a:prstGeom>
        </p:spPr>
      </p:pic>
      <p:pic>
        <p:nvPicPr>
          <p:cNvPr id="22" name="Рисунок 21">
            <a:extLst>
              <a:ext uri="{FF2B5EF4-FFF2-40B4-BE49-F238E27FC236}">
                <a16:creationId xmlns:a16="http://schemas.microsoft.com/office/drawing/2014/main" id="{4DDEA0A1-1668-41EA-8AD4-60E7A349A132}"/>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5F79C1CF-5EF7-452F-81C9-8719689CE99F}"/>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9347AC24-7332-465E-80B1-0137BE31291C}"/>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8510947D-6E62-404B-86F3-B5A9C212A785}"/>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4133B32-631A-4FEC-A14A-AEF652D75105}"/>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2F3AF4D-5BEB-4B9A-AFD4-A30160ED2A7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12146B62-9513-479F-9AC7-5589CE9024FD}"/>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964510" y="2636653"/>
            <a:ext cx="519028" cy="519028"/>
          </a:xfrm>
          <a:prstGeom prst="rect">
            <a:avLst/>
          </a:prstGeom>
        </p:spPr>
      </p:pic>
    </p:spTree>
    <p:extLst>
      <p:ext uri="{BB962C8B-B14F-4D97-AF65-F5344CB8AC3E}">
        <p14:creationId xmlns:p14="http://schemas.microsoft.com/office/powerpoint/2010/main" val="6829925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BEF31BD-843C-4C1A-A648-8AC92260A40B}"/>
              </a:ext>
            </a:extLst>
          </p:cNvPr>
          <p:cNvSpPr>
            <a:spLocks noGrp="1"/>
          </p:cNvSpPr>
          <p:nvPr>
            <p:ph type="title"/>
          </p:nvPr>
        </p:nvSpPr>
        <p:spPr/>
        <p:txBody>
          <a:bodyPr/>
          <a:lstStyle/>
          <a:p>
            <a:r>
              <a:rPr lang="ru-RU" dirty="0"/>
              <a:t>Иконки подразделений. Цветовая палитра ГУАП</a:t>
            </a:r>
          </a:p>
        </p:txBody>
      </p:sp>
      <p:pic>
        <p:nvPicPr>
          <p:cNvPr id="5" name="Рисунок 4">
            <a:extLst>
              <a:ext uri="{FF2B5EF4-FFF2-40B4-BE49-F238E27FC236}">
                <a16:creationId xmlns:a16="http://schemas.microsoft.com/office/drawing/2014/main" id="{DEFD8935-FED8-47E8-9B41-72315E01F332}"/>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819826" y="2544269"/>
            <a:ext cx="2075894" cy="572488"/>
          </a:xfrm>
          <a:prstGeom prst="rect">
            <a:avLst/>
          </a:prstGeom>
        </p:spPr>
      </p:pic>
      <p:pic>
        <p:nvPicPr>
          <p:cNvPr id="6" name="Рисунок 5">
            <a:extLst>
              <a:ext uri="{FF2B5EF4-FFF2-40B4-BE49-F238E27FC236}">
                <a16:creationId xmlns:a16="http://schemas.microsoft.com/office/drawing/2014/main" id="{68784041-BE8A-4EAF-9300-06406A50DB7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9742" y="2544269"/>
            <a:ext cx="1682619" cy="572488"/>
          </a:xfrm>
          <a:prstGeom prst="rect">
            <a:avLst/>
          </a:prstGeom>
        </p:spPr>
      </p:pic>
      <p:pic>
        <p:nvPicPr>
          <p:cNvPr id="7" name="Рисунок 6">
            <a:extLst>
              <a:ext uri="{FF2B5EF4-FFF2-40B4-BE49-F238E27FC236}">
                <a16:creationId xmlns:a16="http://schemas.microsoft.com/office/drawing/2014/main" id="{0375FDDC-51E3-4CB2-AE39-D9F8BDC2570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59742" y="5231939"/>
            <a:ext cx="1588033" cy="572488"/>
          </a:xfrm>
          <a:prstGeom prst="rect">
            <a:avLst/>
          </a:prstGeom>
        </p:spPr>
      </p:pic>
      <p:pic>
        <p:nvPicPr>
          <p:cNvPr id="8" name="Рисунок 7">
            <a:extLst>
              <a:ext uri="{FF2B5EF4-FFF2-40B4-BE49-F238E27FC236}">
                <a16:creationId xmlns:a16="http://schemas.microsoft.com/office/drawing/2014/main" id="{A51A179C-4F63-41D5-99A0-F645A5C78A2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59742" y="3919997"/>
            <a:ext cx="1697553" cy="572488"/>
          </a:xfrm>
          <a:prstGeom prst="rect">
            <a:avLst/>
          </a:prstGeom>
        </p:spPr>
      </p:pic>
      <p:pic>
        <p:nvPicPr>
          <p:cNvPr id="9" name="Рисунок 8">
            <a:extLst>
              <a:ext uri="{FF2B5EF4-FFF2-40B4-BE49-F238E27FC236}">
                <a16:creationId xmlns:a16="http://schemas.microsoft.com/office/drawing/2014/main" id="{D3D837E6-CD19-45E8-92CA-860F8D3C33D3}"/>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2819826" y="1295506"/>
            <a:ext cx="1458602" cy="572488"/>
          </a:xfrm>
          <a:prstGeom prst="rect">
            <a:avLst/>
          </a:prstGeom>
        </p:spPr>
      </p:pic>
      <p:pic>
        <p:nvPicPr>
          <p:cNvPr id="10" name="Рисунок 9">
            <a:extLst>
              <a:ext uri="{FF2B5EF4-FFF2-40B4-BE49-F238E27FC236}">
                <a16:creationId xmlns:a16="http://schemas.microsoft.com/office/drawing/2014/main" id="{9BC85369-0210-46C3-8CED-3854869113B0}"/>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04325" y="3919997"/>
            <a:ext cx="2026112" cy="572488"/>
          </a:xfrm>
          <a:prstGeom prst="rect">
            <a:avLst/>
          </a:prstGeom>
        </p:spPr>
      </p:pic>
      <p:pic>
        <p:nvPicPr>
          <p:cNvPr id="11" name="Рисунок 10">
            <a:extLst>
              <a:ext uri="{FF2B5EF4-FFF2-40B4-BE49-F238E27FC236}">
                <a16:creationId xmlns:a16="http://schemas.microsoft.com/office/drawing/2014/main" id="{745E95EB-E33C-4682-BE18-293ACE0BE738}"/>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5104325" y="5255967"/>
            <a:ext cx="1578077" cy="572488"/>
          </a:xfrm>
          <a:prstGeom prst="rect">
            <a:avLst/>
          </a:prstGeom>
        </p:spPr>
      </p:pic>
      <p:pic>
        <p:nvPicPr>
          <p:cNvPr id="12" name="Рисунок 11">
            <a:extLst>
              <a:ext uri="{FF2B5EF4-FFF2-40B4-BE49-F238E27FC236}">
                <a16:creationId xmlns:a16="http://schemas.microsoft.com/office/drawing/2014/main" id="{40959364-FBB0-43F1-A65F-B764A19F209E}"/>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5104325" y="2544269"/>
            <a:ext cx="1593012" cy="572488"/>
          </a:xfrm>
          <a:prstGeom prst="rect">
            <a:avLst/>
          </a:prstGeom>
        </p:spPr>
      </p:pic>
      <p:pic>
        <p:nvPicPr>
          <p:cNvPr id="13" name="Рисунок 12">
            <a:extLst>
              <a:ext uri="{FF2B5EF4-FFF2-40B4-BE49-F238E27FC236}">
                <a16:creationId xmlns:a16="http://schemas.microsoft.com/office/drawing/2014/main" id="{DA043FCB-8C28-4BB2-B04D-09D9C9C92FD4}"/>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2819826" y="3919997"/>
            <a:ext cx="1742356" cy="572488"/>
          </a:xfrm>
          <a:prstGeom prst="rect">
            <a:avLst/>
          </a:prstGeom>
        </p:spPr>
      </p:pic>
      <p:pic>
        <p:nvPicPr>
          <p:cNvPr id="14" name="Рисунок 13">
            <a:extLst>
              <a:ext uri="{FF2B5EF4-FFF2-40B4-BE49-F238E27FC236}">
                <a16:creationId xmlns:a16="http://schemas.microsoft.com/office/drawing/2014/main" id="{E8F2DE51-6BCE-4881-A46B-BC97E1711A2B}"/>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5104326" y="1295506"/>
            <a:ext cx="1413796" cy="572488"/>
          </a:xfrm>
          <a:prstGeom prst="rect">
            <a:avLst/>
          </a:prstGeom>
        </p:spPr>
      </p:pic>
      <p:pic>
        <p:nvPicPr>
          <p:cNvPr id="15" name="Рисунок 14">
            <a:extLst>
              <a:ext uri="{FF2B5EF4-FFF2-40B4-BE49-F238E27FC236}">
                <a16:creationId xmlns:a16="http://schemas.microsoft.com/office/drawing/2014/main" id="{F1B99001-7649-4F62-AECD-4650517DAD7A}"/>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2819826" y="5309428"/>
            <a:ext cx="1573099" cy="542619"/>
          </a:xfrm>
          <a:prstGeom prst="rect">
            <a:avLst/>
          </a:prstGeom>
        </p:spPr>
      </p:pic>
      <p:pic>
        <p:nvPicPr>
          <p:cNvPr id="16" name="Рисунок 15">
            <a:extLst>
              <a:ext uri="{FF2B5EF4-FFF2-40B4-BE49-F238E27FC236}">
                <a16:creationId xmlns:a16="http://schemas.microsoft.com/office/drawing/2014/main" id="{C66991D2-362D-4ADC-9912-052D12712A07}"/>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559742" y="1295506"/>
            <a:ext cx="1826986" cy="572488"/>
          </a:xfrm>
          <a:prstGeom prst="rect">
            <a:avLst/>
          </a:prstGeom>
        </p:spPr>
      </p:pic>
      <p:pic>
        <p:nvPicPr>
          <p:cNvPr id="17" name="Рисунок 16">
            <a:extLst>
              <a:ext uri="{FF2B5EF4-FFF2-40B4-BE49-F238E27FC236}">
                <a16:creationId xmlns:a16="http://schemas.microsoft.com/office/drawing/2014/main" id="{89BE070E-2E88-4B83-919B-D7CF525D68FF}"/>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4F85BF7F-AD2F-44EC-9016-AE015D5ECB7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AF5F9B5C-12F6-4544-801B-C2D3AE4A99C2}"/>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043AED66-A308-446B-BB89-74995147F9CF}"/>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5104DE08-6E06-4D74-B8E3-6E4BA370A063}"/>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620306" y="5244700"/>
            <a:ext cx="514514" cy="491947"/>
          </a:xfrm>
          <a:prstGeom prst="rect">
            <a:avLst/>
          </a:prstGeom>
        </p:spPr>
      </p:pic>
      <p:pic>
        <p:nvPicPr>
          <p:cNvPr id="22" name="Рисунок 21">
            <a:extLst>
              <a:ext uri="{FF2B5EF4-FFF2-40B4-BE49-F238E27FC236}">
                <a16:creationId xmlns:a16="http://schemas.microsoft.com/office/drawing/2014/main" id="{5BD54DA6-3B70-4A2B-AB59-F837E2E4C7D2}"/>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BC61779C-39CA-4BDB-BDBD-92FCD6C555A9}"/>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F1E13F08-6E6B-4B92-9154-A1AC1D3D84CD}"/>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2476620A-7CB7-4B83-9A3D-53ED0BB8969F}"/>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14E3F78-6F40-44DB-9AE6-67B699A12C5F}"/>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50179F2-15BF-4BE7-BD71-25D27E2EC775}"/>
              </a:ext>
            </a:extLst>
          </p:cNvPr>
          <p:cNvPicPr>
            <a:picLocks noChangeAspect="1"/>
          </p:cNvPicPr>
          <p:nvPr/>
        </p:nvPicPr>
        <p:blipFill>
          <a:blip>
            <a:extLst>
              <a:ext uri="{96DAC541-7B7A-43D3-8B79-37D633B846F1}">
                <asvg:svgBlip xmlns:asvg="http://schemas.microsoft.com/office/drawing/2016/SVG/main" r:embed="rId24"/>
              </a:ext>
            </a:extLst>
          </a:blip>
          <a:src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70869772-76AA-4E5C-B4C3-93748D49154E}"/>
              </a:ext>
            </a:extLst>
          </p:cNvPr>
          <p:cNvPicPr>
            <a:picLocks noChangeAspect="1"/>
          </p:cNvPicPr>
          <p:nvPr/>
        </p:nvPicPr>
        <p:blipFill>
          <a:blip>
            <a:extLst>
              <a:ext uri="{96DAC541-7B7A-43D3-8B79-37D633B846F1}">
                <asvg:svgBlip xmlns:asvg="http://schemas.microsoft.com/office/drawing/2016/SVG/main" r:embed="rId25"/>
              </a:ext>
            </a:extLst>
          </a:blip>
          <a:srcRect/>
          <a:stretch/>
        </p:blipFill>
        <p:spPr>
          <a:xfrm>
            <a:off x="7964510" y="2636653"/>
            <a:ext cx="519028" cy="519028"/>
          </a:xfrm>
          <a:prstGeom prst="rect">
            <a:avLst/>
          </a:prstGeom>
        </p:spPr>
      </p:pic>
    </p:spTree>
    <p:extLst>
      <p:ext uri="{BB962C8B-B14F-4D97-AF65-F5344CB8AC3E}">
        <p14:creationId xmlns:p14="http://schemas.microsoft.com/office/powerpoint/2010/main" val="25705048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0C08D2B-50D9-4F35-85A7-499AC60D3795}"/>
              </a:ext>
            </a:extLst>
          </p:cNvPr>
          <p:cNvSpPr>
            <a:spLocks noGrp="1"/>
          </p:cNvSpPr>
          <p:nvPr>
            <p:ph type="title"/>
          </p:nvPr>
        </p:nvSpPr>
        <p:spPr/>
        <p:txBody>
          <a:bodyPr/>
          <a:lstStyle/>
          <a:p>
            <a:r>
              <a:rPr lang="ru-RU" dirty="0"/>
              <a:t>Базовый набор фигур *</a:t>
            </a:r>
          </a:p>
        </p:txBody>
      </p:sp>
      <p:sp>
        <p:nvSpPr>
          <p:cNvPr id="5" name="Прямоугольник 4">
            <a:extLst>
              <a:ext uri="{FF2B5EF4-FFF2-40B4-BE49-F238E27FC236}">
                <a16:creationId xmlns:a16="http://schemas.microsoft.com/office/drawing/2014/main" id="{6F9BAD17-BA60-4353-A6A4-3763192B4E4D}"/>
              </a:ext>
            </a:extLst>
          </p:cNvPr>
          <p:cNvSpPr/>
          <p:nvPr/>
        </p:nvSpPr>
        <p:spPr>
          <a:xfrm>
            <a:off x="737294" y="1553687"/>
            <a:ext cx="1486562" cy="1121225"/>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8" name="Прямоугольник 7">
            <a:extLst>
              <a:ext uri="{FF2B5EF4-FFF2-40B4-BE49-F238E27FC236}">
                <a16:creationId xmlns:a16="http://schemas.microsoft.com/office/drawing/2014/main" id="{24117895-0731-41AF-BD9C-F841728C4B87}"/>
              </a:ext>
            </a:extLst>
          </p:cNvPr>
          <p:cNvSpPr/>
          <p:nvPr/>
        </p:nvSpPr>
        <p:spPr>
          <a:xfrm>
            <a:off x="2587625" y="1553686"/>
            <a:ext cx="1486562" cy="1121225"/>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9" name="Прямоугольник 8">
            <a:extLst>
              <a:ext uri="{FF2B5EF4-FFF2-40B4-BE49-F238E27FC236}">
                <a16:creationId xmlns:a16="http://schemas.microsoft.com/office/drawing/2014/main" id="{5E783C1E-C34B-4E08-B50B-B7D00CDD374D}"/>
              </a:ext>
            </a:extLst>
          </p:cNvPr>
          <p:cNvSpPr/>
          <p:nvPr/>
        </p:nvSpPr>
        <p:spPr>
          <a:xfrm>
            <a:off x="4418726" y="1553687"/>
            <a:ext cx="1486562" cy="112122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0" name="Прямоугольник 9">
            <a:extLst>
              <a:ext uri="{FF2B5EF4-FFF2-40B4-BE49-F238E27FC236}">
                <a16:creationId xmlns:a16="http://schemas.microsoft.com/office/drawing/2014/main" id="{5F770163-7F5A-409C-B3AB-0806788A6690}"/>
              </a:ext>
            </a:extLst>
          </p:cNvPr>
          <p:cNvSpPr/>
          <p:nvPr/>
        </p:nvSpPr>
        <p:spPr>
          <a:xfrm>
            <a:off x="737294" y="3231259"/>
            <a:ext cx="1486562" cy="1121225"/>
          </a:xfrm>
          <a:prstGeom prst="rect">
            <a:avLst/>
          </a:prstGeom>
          <a:solidFill>
            <a:schemeClr val="accent1">
              <a:lumMod val="50000"/>
            </a:schemeClr>
          </a:solidFill>
          <a:ln>
            <a:solidFill>
              <a:schemeClr val="accent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1" name="Прямоугольник 10">
            <a:extLst>
              <a:ext uri="{FF2B5EF4-FFF2-40B4-BE49-F238E27FC236}">
                <a16:creationId xmlns:a16="http://schemas.microsoft.com/office/drawing/2014/main" id="{0BCB2B9D-7677-4242-9455-11F6A7B64973}"/>
              </a:ext>
            </a:extLst>
          </p:cNvPr>
          <p:cNvSpPr/>
          <p:nvPr/>
        </p:nvSpPr>
        <p:spPr>
          <a:xfrm>
            <a:off x="2587625" y="3231258"/>
            <a:ext cx="1486562" cy="1121225"/>
          </a:xfrm>
          <a:prstGeom prst="rect">
            <a:avLst/>
          </a:prstGeom>
          <a:solidFill>
            <a:schemeClr val="tx2">
              <a:lumMod val="10000"/>
              <a:lumOff val="90000"/>
            </a:schemeClr>
          </a:solidFill>
          <a:ln>
            <a:solidFill>
              <a:schemeClr val="tx2"/>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2" name="Прямоугольник 11">
            <a:extLst>
              <a:ext uri="{FF2B5EF4-FFF2-40B4-BE49-F238E27FC236}">
                <a16:creationId xmlns:a16="http://schemas.microsoft.com/office/drawing/2014/main" id="{8A3ED51F-0572-4CD0-9D07-ECC78D5DF193}"/>
              </a:ext>
            </a:extLst>
          </p:cNvPr>
          <p:cNvSpPr/>
          <p:nvPr/>
        </p:nvSpPr>
        <p:spPr>
          <a:xfrm>
            <a:off x="4418726" y="3231259"/>
            <a:ext cx="1486562" cy="1121225"/>
          </a:xfrm>
          <a:prstGeom prst="rect">
            <a:avLst/>
          </a:prstGeom>
          <a:ln>
            <a:solidFill>
              <a:schemeClr val="tx2"/>
            </a:solidFill>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3" name="Текст 5">
            <a:extLst>
              <a:ext uri="{FF2B5EF4-FFF2-40B4-BE49-F238E27FC236}">
                <a16:creationId xmlns:a16="http://schemas.microsoft.com/office/drawing/2014/main" id="{98349A26-E60E-4C6A-9928-A6FB0EE26205}"/>
              </a:ext>
            </a:extLst>
          </p:cNvPr>
          <p:cNvSpPr txBox="1">
            <a:spLocks/>
          </p:cNvSpPr>
          <p:nvPr/>
        </p:nvSpPr>
        <p:spPr>
          <a:xfrm>
            <a:off x="6800295" y="4593775"/>
            <a:ext cx="4840843" cy="1787971"/>
          </a:xfrm>
          <a:prstGeom prst="rect">
            <a:avLst/>
          </a:prstGeom>
          <a:solidFill>
            <a:schemeClr val="bg1"/>
          </a:solidFill>
        </p:spPr>
        <p:txBody>
          <a:bodyPr vert="horz" lIns="0" tIns="0" rIns="0" bIns="0" rtlCol="0" anchor="ctr" anchorCtr="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Roboto Light" panose="02000000000000000000" pitchFamily="2" charset="0"/>
              </a:rPr>
              <a:t>* Для копирования свойств стиля в</a:t>
            </a: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ыберите фигуру, форматирование которой нужно скопировать, а затем нажмите CTRL+SHIFT+C. После этого выберите фигуру, в которую вы хотите скопировать форматирование и нажмите CTRL+SHIFT+V.</a:t>
            </a:r>
            <a:r>
              <a:rPr kumimoji="0" lang="en-US" sz="800" b="1" i="0" u="none" strike="noStrike" kern="1200" cap="none" spc="0" normalizeH="0" baseline="0" noProof="0" dirty="0">
                <a:ln>
                  <a:noFill/>
                </a:ln>
                <a:solidFill>
                  <a:srgbClr val="242834"/>
                </a:solidFill>
                <a:effectLst/>
                <a:uLnTx/>
                <a:uFillTx/>
                <a:latin typeface="Arial" panose="020B0604020202020204"/>
                <a:ea typeface="+mn-ea"/>
                <a:cs typeface="+mn-cs"/>
              </a:rPr>
              <a:t> </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 Для использования стрелок в схемах и рисунках скопируйте нужный образец.</a:t>
            </a:r>
          </a:p>
        </p:txBody>
      </p:sp>
      <p:sp>
        <p:nvSpPr>
          <p:cNvPr id="17" name="Прямоугольник 16">
            <a:extLst>
              <a:ext uri="{FF2B5EF4-FFF2-40B4-BE49-F238E27FC236}">
                <a16:creationId xmlns:a16="http://schemas.microsoft.com/office/drawing/2014/main" id="{03DEA450-5BEE-41B7-B329-D27DB555A6D6}"/>
              </a:ext>
            </a:extLst>
          </p:cNvPr>
          <p:cNvSpPr/>
          <p:nvPr/>
        </p:nvSpPr>
        <p:spPr>
          <a:xfrm>
            <a:off x="737294" y="4960107"/>
            <a:ext cx="1486562" cy="1121225"/>
          </a:xfrm>
          <a:prstGeom prst="rect">
            <a:avLst/>
          </a:prstGeom>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8" name="Прямоугольник 17">
            <a:extLst>
              <a:ext uri="{FF2B5EF4-FFF2-40B4-BE49-F238E27FC236}">
                <a16:creationId xmlns:a16="http://schemas.microsoft.com/office/drawing/2014/main" id="{D84727AF-56EA-44AD-9F23-4FA0368AE5BA}"/>
              </a:ext>
            </a:extLst>
          </p:cNvPr>
          <p:cNvSpPr/>
          <p:nvPr/>
        </p:nvSpPr>
        <p:spPr>
          <a:xfrm>
            <a:off x="2587625" y="4960106"/>
            <a:ext cx="1486562" cy="1121225"/>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9" name="Прямоугольник 18">
            <a:extLst>
              <a:ext uri="{FF2B5EF4-FFF2-40B4-BE49-F238E27FC236}">
                <a16:creationId xmlns:a16="http://schemas.microsoft.com/office/drawing/2014/main" id="{60C4DB97-651D-4734-BEA7-5FB42B27F17C}"/>
              </a:ext>
            </a:extLst>
          </p:cNvPr>
          <p:cNvSpPr/>
          <p:nvPr/>
        </p:nvSpPr>
        <p:spPr>
          <a:xfrm>
            <a:off x="4418726" y="4960107"/>
            <a:ext cx="1486562" cy="1121225"/>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24" name="Стрелка: вправо 23">
            <a:extLst>
              <a:ext uri="{FF2B5EF4-FFF2-40B4-BE49-F238E27FC236}">
                <a16:creationId xmlns:a16="http://schemas.microsoft.com/office/drawing/2014/main" id="{8F4B274B-E1C5-49C7-AC71-79CAC90B16BA}"/>
              </a:ext>
            </a:extLst>
          </p:cNvPr>
          <p:cNvSpPr/>
          <p:nvPr/>
        </p:nvSpPr>
        <p:spPr>
          <a:xfrm flipH="1">
            <a:off x="10946755"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5" name="Стрелка: вправо 24">
            <a:extLst>
              <a:ext uri="{FF2B5EF4-FFF2-40B4-BE49-F238E27FC236}">
                <a16:creationId xmlns:a16="http://schemas.microsoft.com/office/drawing/2014/main" id="{61C1CE1C-BE20-4929-AAD1-3B9F580E434A}"/>
              </a:ext>
            </a:extLst>
          </p:cNvPr>
          <p:cNvSpPr/>
          <p:nvPr/>
        </p:nvSpPr>
        <p:spPr>
          <a:xfrm>
            <a:off x="10622823"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cxnSp>
        <p:nvCxnSpPr>
          <p:cNvPr id="26" name="Прямая со стрелкой 25">
            <a:extLst>
              <a:ext uri="{FF2B5EF4-FFF2-40B4-BE49-F238E27FC236}">
                <a16:creationId xmlns:a16="http://schemas.microsoft.com/office/drawing/2014/main" id="{5FB4CBEB-F186-4CB3-8F10-B50683561E2E}"/>
              </a:ext>
            </a:extLst>
          </p:cNvPr>
          <p:cNvCxnSpPr>
            <a:cxnSpLocks/>
          </p:cNvCxnSpPr>
          <p:nvPr/>
        </p:nvCxnSpPr>
        <p:spPr>
          <a:xfrm>
            <a:off x="7176502"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Прямая со стрелкой 26">
            <a:extLst>
              <a:ext uri="{FF2B5EF4-FFF2-40B4-BE49-F238E27FC236}">
                <a16:creationId xmlns:a16="http://schemas.microsoft.com/office/drawing/2014/main" id="{186FAC55-221F-4BCD-B81D-C534C14C8E63}"/>
              </a:ext>
            </a:extLst>
          </p:cNvPr>
          <p:cNvCxnSpPr>
            <a:cxnSpLocks/>
          </p:cNvCxnSpPr>
          <p:nvPr/>
        </p:nvCxnSpPr>
        <p:spPr>
          <a:xfrm flipH="1">
            <a:off x="7611585"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Текст 5">
            <a:extLst>
              <a:ext uri="{FF2B5EF4-FFF2-40B4-BE49-F238E27FC236}">
                <a16:creationId xmlns:a16="http://schemas.microsoft.com/office/drawing/2014/main" id="{C45A4B71-20BB-47D1-AA9F-14F1592660EA}"/>
              </a:ext>
            </a:extLst>
          </p:cNvPr>
          <p:cNvSpPr txBox="1">
            <a:spLocks/>
          </p:cNvSpPr>
          <p:nvPr/>
        </p:nvSpPr>
        <p:spPr>
          <a:xfrm>
            <a:off x="560330" y="1301519"/>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3">
              <a:lnSpc>
                <a:spcPct val="130000"/>
              </a:lnSpc>
              <a:buClr>
                <a:srgbClr val="005AAA">
                  <a:lumMod val="50000"/>
                </a:srgbClr>
              </a:buClr>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основные*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3" name="Текст 5">
            <a:extLst>
              <a:ext uri="{FF2B5EF4-FFF2-40B4-BE49-F238E27FC236}">
                <a16:creationId xmlns:a16="http://schemas.microsoft.com/office/drawing/2014/main" id="{8823D933-1245-4044-8FA6-9F8F352D446B}"/>
              </a:ext>
            </a:extLst>
          </p:cNvPr>
          <p:cNvSpPr txBox="1">
            <a:spLocks/>
          </p:cNvSpPr>
          <p:nvPr/>
        </p:nvSpPr>
        <p:spPr>
          <a:xfrm>
            <a:off x="6800295" y="1301519"/>
            <a:ext cx="4471014"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основной*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8" name="Стрелка: вправо 27">
            <a:extLst>
              <a:ext uri="{FF2B5EF4-FFF2-40B4-BE49-F238E27FC236}">
                <a16:creationId xmlns:a16="http://schemas.microsoft.com/office/drawing/2014/main" id="{F8D0075C-7842-48EB-86C0-2E6FAE0E33ED}"/>
              </a:ext>
            </a:extLst>
          </p:cNvPr>
          <p:cNvSpPr/>
          <p:nvPr/>
        </p:nvSpPr>
        <p:spPr>
          <a:xfrm flipH="1">
            <a:off x="7611585"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9" name="Стрелка: вправо 28">
            <a:extLst>
              <a:ext uri="{FF2B5EF4-FFF2-40B4-BE49-F238E27FC236}">
                <a16:creationId xmlns:a16="http://schemas.microsoft.com/office/drawing/2014/main" id="{C38F8DD1-3678-4EFC-9144-F29045BE4059}"/>
              </a:ext>
            </a:extLst>
          </p:cNvPr>
          <p:cNvSpPr/>
          <p:nvPr/>
        </p:nvSpPr>
        <p:spPr>
          <a:xfrm>
            <a:off x="7126143"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0" name="Стрелка: вправо 29">
            <a:extLst>
              <a:ext uri="{FF2B5EF4-FFF2-40B4-BE49-F238E27FC236}">
                <a16:creationId xmlns:a16="http://schemas.microsoft.com/office/drawing/2014/main" id="{BADC1891-E7A7-497F-A3F5-F4A7223E09A0}"/>
              </a:ext>
            </a:extLst>
          </p:cNvPr>
          <p:cNvSpPr/>
          <p:nvPr/>
        </p:nvSpPr>
        <p:spPr>
          <a:xfrm flipH="1">
            <a:off x="9329875"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1" name="Стрелка: вправо 30">
            <a:extLst>
              <a:ext uri="{FF2B5EF4-FFF2-40B4-BE49-F238E27FC236}">
                <a16:creationId xmlns:a16="http://schemas.microsoft.com/office/drawing/2014/main" id="{A385C67F-0915-4F33-B4F0-5E72F72E4598}"/>
              </a:ext>
            </a:extLst>
          </p:cNvPr>
          <p:cNvSpPr/>
          <p:nvPr/>
        </p:nvSpPr>
        <p:spPr>
          <a:xfrm>
            <a:off x="8925420"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2" name="Текст 5">
            <a:extLst>
              <a:ext uri="{FF2B5EF4-FFF2-40B4-BE49-F238E27FC236}">
                <a16:creationId xmlns:a16="http://schemas.microsoft.com/office/drawing/2014/main" id="{25CC532F-76D7-4A22-B7A3-F9848FF5EEE7}"/>
              </a:ext>
            </a:extLst>
          </p:cNvPr>
          <p:cNvSpPr txBox="1">
            <a:spLocks/>
          </p:cNvSpPr>
          <p:nvPr/>
        </p:nvSpPr>
        <p:spPr>
          <a:xfrm>
            <a:off x="6800295" y="2992578"/>
            <a:ext cx="4471014" cy="151024"/>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дополнительный**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3" name="Текст 5">
            <a:extLst>
              <a:ext uri="{FF2B5EF4-FFF2-40B4-BE49-F238E27FC236}">
                <a16:creationId xmlns:a16="http://schemas.microsoft.com/office/drawing/2014/main" id="{A0526475-D839-4E27-93E4-B888662B673A}"/>
              </a:ext>
            </a:extLst>
          </p:cNvPr>
          <p:cNvSpPr txBox="1">
            <a:spLocks/>
          </p:cNvSpPr>
          <p:nvPr/>
        </p:nvSpPr>
        <p:spPr>
          <a:xfrm>
            <a:off x="560330" y="2992577"/>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дополнительные*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4" name="Текст 5">
            <a:extLst>
              <a:ext uri="{FF2B5EF4-FFF2-40B4-BE49-F238E27FC236}">
                <a16:creationId xmlns:a16="http://schemas.microsoft.com/office/drawing/2014/main" id="{A85AB283-7F16-4202-85CA-BCF7CD559CF7}"/>
              </a:ext>
            </a:extLst>
          </p:cNvPr>
          <p:cNvSpPr txBox="1">
            <a:spLocks/>
          </p:cNvSpPr>
          <p:nvPr/>
        </p:nvSpPr>
        <p:spPr>
          <a:xfrm>
            <a:off x="560330" y="4724943"/>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акцентные*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16553803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87413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29576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Текст 1">
            <a:extLst>
              <a:ext uri="{FF2B5EF4-FFF2-40B4-BE49-F238E27FC236}">
                <a16:creationId xmlns:a16="http://schemas.microsoft.com/office/drawing/2014/main" id="{4F707855-C815-4FF1-B493-8351700E1748}"/>
              </a:ext>
            </a:extLst>
          </p:cNvPr>
          <p:cNvSpPr>
            <a:spLocks noGrp="1"/>
          </p:cNvSpPr>
          <p:nvPr>
            <p:ph type="body" sz="quarter" idx="10"/>
          </p:nvPr>
        </p:nvSpPr>
        <p:spPr/>
        <p:txBody>
          <a:bodyPr/>
          <a:lstStyle/>
          <a:p>
            <a:r>
              <a:rPr lang="ru-RU" dirty="0"/>
              <a:t>Контактные данные</a:t>
            </a:r>
          </a:p>
        </p:txBody>
      </p:sp>
    </p:spTree>
    <p:extLst>
      <p:ext uri="{BB962C8B-B14F-4D97-AF65-F5344CB8AC3E}">
        <p14:creationId xmlns:p14="http://schemas.microsoft.com/office/powerpoint/2010/main" val="38727307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480B19-985C-CDAE-9B51-136A47239A05}"/>
              </a:ext>
            </a:extLst>
          </p:cNvPr>
          <p:cNvSpPr>
            <a:spLocks noGrp="1"/>
          </p:cNvSpPr>
          <p:nvPr>
            <p:ph type="title"/>
          </p:nvPr>
        </p:nvSpPr>
        <p:spPr/>
        <p:txBody>
          <a:bodyPr>
            <a:normAutofit/>
          </a:bodyPr>
          <a:lstStyle/>
          <a:p>
            <a:r>
              <a:rPr lang="ru-RU" b="1">
                <a:solidFill>
                  <a:srgbClr val="005AAA"/>
                </a:solidFill>
                <a:latin typeface="Arial" panose="020B0604020202020204" pitchFamily="34" charset="0"/>
              </a:rPr>
              <a:t>Термодинамика наноструктур</a:t>
            </a:r>
          </a:p>
        </p:txBody>
      </p:sp>
      <p:sp>
        <p:nvSpPr>
          <p:cNvPr id="3" name="Текст 2">
            <a:extLst>
              <a:ext uri="{FF2B5EF4-FFF2-40B4-BE49-F238E27FC236}">
                <a16:creationId xmlns:a16="http://schemas.microsoft.com/office/drawing/2014/main" id="{59ADC2F1-7DE5-3425-7FBF-A63335D01D11}"/>
              </a:ext>
            </a:extLst>
          </p:cNvPr>
          <p:cNvSpPr>
            <a:spLocks noGrp="1"/>
          </p:cNvSpPr>
          <p:nvPr>
            <p:ph type="body" sz="quarter" idx="10"/>
          </p:nvPr>
        </p:nvSpPr>
        <p:spPr/>
        <p:txBody>
          <a:bodyPr>
            <a:normAutofit fontScale="92500"/>
          </a:bodyPr>
          <a:lstStyle/>
          <a:p>
            <a:r>
              <a:rPr lang="ru-RU" sz="1700" b="1">
                <a:solidFill>
                  <a:srgbClr val="002C5F"/>
                </a:solidFill>
                <a:latin typeface="Arial" panose="020B0604020202020204" pitchFamily="34" charset="0"/>
              </a:rPr>
              <a:t>Лекция №2: От энергии макросистем к размерным эффектам</a:t>
            </a:r>
          </a:p>
          <a:p>
            <a:r>
              <a:rPr lang="ru-RU" sz="1600">
                <a:solidFill>
                  <a:srgbClr val="242834"/>
                </a:solidFill>
                <a:latin typeface="Arial" panose="020B0604020202020204" pitchFamily="34" charset="0"/>
              </a:rPr>
              <a:t>Курс: Физические основы нанотехнологий (4 курс)</a:t>
            </a:r>
          </a:p>
          <a:p>
            <a:r>
              <a:rPr lang="ru-RU" sz="1600">
                <a:solidFill>
                  <a:srgbClr val="242834"/>
                </a:solidFill>
                <a:latin typeface="Arial" panose="020B0604020202020204" pitchFamily="34" charset="0"/>
              </a:rPr>
              <a:t>Кафедра физики (№3) • Преподаватель: доц. Попов Д.А.</a:t>
            </a:r>
          </a:p>
        </p:txBody>
      </p:sp>
      <p:sp>
        <p:nvSpPr>
          <p:cNvPr id="4" name="Текст 3">
            <a:extLst>
              <a:ext uri="{FF2B5EF4-FFF2-40B4-BE49-F238E27FC236}">
                <a16:creationId xmlns:a16="http://schemas.microsoft.com/office/drawing/2014/main" id="{2DEF2021-ACD5-3DB8-DB7C-938480404BA0}"/>
              </a:ext>
            </a:extLst>
          </p:cNvPr>
          <p:cNvSpPr>
            <a:spLocks noGrp="1"/>
          </p:cNvSpPr>
          <p:nvPr>
            <p:ph type="body" sz="quarter" idx="12"/>
          </p:nvPr>
        </p:nvSpPr>
        <p:spPr/>
        <p:txBody>
          <a:bodyPr>
            <a:noAutofit/>
          </a:bodyPr>
          <a:lstStyle/>
          <a:p>
            <a:r>
              <a:rPr lang="ru-RU" sz="2800" b="1">
                <a:solidFill>
                  <a:srgbClr val="E70F47"/>
                </a:solidFill>
                <a:latin typeface="Arial" panose="020B0604020202020204" pitchFamily="34" charset="0"/>
              </a:rPr>
              <a:t>2026</a:t>
            </a:r>
          </a:p>
        </p:txBody>
      </p:sp>
    </p:spTree>
    <p:extLst>
      <p:ext uri="{BB962C8B-B14F-4D97-AF65-F5344CB8AC3E}">
        <p14:creationId xmlns:p14="http://schemas.microsoft.com/office/powerpoint/2010/main" val="19650452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2A4CE4-9B56-D065-AB76-683CC0989B81}"/>
              </a:ext>
            </a:extLst>
          </p:cNvPr>
          <p:cNvSpPr>
            <a:spLocks noGrp="1"/>
          </p:cNvSpPr>
          <p:nvPr>
            <p:ph type="title"/>
          </p:nvPr>
        </p:nvSpPr>
        <p:spPr/>
        <p:txBody>
          <a:bodyPr/>
          <a:lstStyle/>
          <a:p>
            <a:r>
              <a:rPr lang="ru-RU">
                <a:solidFill>
                  <a:srgbClr val="005AAA"/>
                </a:solidFill>
                <a:latin typeface="Arial" panose="020B0604020202020204" pitchFamily="34" charset="0"/>
              </a:rPr>
              <a:t>Основы термодинамики: куда и почему течет энергия?</a:t>
            </a:r>
          </a:p>
        </p:txBody>
      </p:sp>
      <p:sp>
        <p:nvSpPr>
          <p:cNvPr id="3" name="Текст 2">
            <a:extLst>
              <a:ext uri="{FF2B5EF4-FFF2-40B4-BE49-F238E27FC236}">
                <a16:creationId xmlns:a16="http://schemas.microsoft.com/office/drawing/2014/main" id="{C4E0D70D-2433-4C75-2025-94B12C673502}"/>
              </a:ext>
            </a:extLst>
          </p:cNvPr>
          <p:cNvSpPr>
            <a:spLocks noGrp="1"/>
          </p:cNvSpPr>
          <p:nvPr>
            <p:ph type="body" sz="quarter" idx="12"/>
          </p:nvPr>
        </p:nvSpPr>
        <p:spPr/>
        <p:txBody>
          <a:bodyPr>
            <a:normAutofit/>
          </a:bodyPr>
          <a:lstStyle/>
          <a:p>
            <a:r>
              <a:rPr lang="ru-RU" sz="1500" b="1">
                <a:solidFill>
                  <a:srgbClr val="002C5F"/>
                </a:solidFill>
                <a:latin typeface="Arial" panose="020B0604020202020204" pitchFamily="34" charset="0"/>
              </a:rPr>
              <a:t>1. Макроскопическое описание системы</a:t>
            </a:r>
          </a:p>
          <a:p>
            <a:r>
              <a:rPr lang="ru-RU" sz="1250">
                <a:solidFill>
                  <a:srgbClr val="242834"/>
                </a:solidFill>
                <a:latin typeface="Arial" panose="020B0604020202020204" pitchFamily="34" charset="0"/>
              </a:rPr>
              <a:t>• Главный вопрос: не «как быстро идет процесс?», а «возможен ли он самопроизвольно и в какой точке наступит равновесие?»</a:t>
            </a:r>
          </a:p>
          <a:p>
            <a:r>
              <a:rPr lang="ru-RU" sz="1250">
                <a:solidFill>
                  <a:srgbClr val="242834"/>
                </a:solidFill>
                <a:latin typeface="Arial" panose="020B0604020202020204" pitchFamily="34" charset="0"/>
              </a:rPr>
              <a:t>• Отказ от микротрекинга: вместо скоростей триллионов молекул мы измеряем интегральные макропараметры состояния:</a:t>
            </a:r>
          </a:p>
          <a:p>
            <a:r>
              <a:rPr lang="ru-RU" sz="1250">
                <a:solidFill>
                  <a:srgbClr val="242834"/>
                </a:solidFill>
                <a:latin typeface="Arial" panose="020B0604020202020204" pitchFamily="34" charset="0"/>
              </a:rPr>
              <a:t>   – T — абсолютная температура [К] (мера средней кинетической энергии теплового хаоса частиц);</a:t>
            </a:r>
          </a:p>
          <a:p>
            <a:r>
              <a:rPr lang="ru-RU" sz="1250">
                <a:solidFill>
                  <a:srgbClr val="242834"/>
                </a:solidFill>
                <a:latin typeface="Arial" panose="020B0604020202020204" pitchFamily="34" charset="0"/>
              </a:rPr>
              <a:t>   – P — давление [Па] (усредненная сила ударов молекул о стенки сосуда на единицу площади);</a:t>
            </a:r>
          </a:p>
          <a:p>
            <a:r>
              <a:rPr lang="ru-RU" sz="1250">
                <a:solidFill>
                  <a:srgbClr val="242834"/>
                </a:solidFill>
                <a:latin typeface="Arial" panose="020B0604020202020204" pitchFamily="34" charset="0"/>
              </a:rPr>
              <a:t>   – V — объем системы [м³].</a:t>
            </a:r>
          </a:p>
          <a:p>
            <a:r>
              <a:rPr lang="ru-RU" sz="1250">
                <a:solidFill>
                  <a:srgbClr val="242834"/>
                </a:solidFill>
                <a:latin typeface="Arial" panose="020B0604020202020204" pitchFamily="34" charset="0"/>
              </a:rPr>
              <a:t>• Термодинамическое равновесие: состояние, при котором параметры T, P, V постоянны во времени, а макропотоки тепла и массы отсутствуют.</a:t>
            </a:r>
          </a:p>
        </p:txBody>
      </p:sp>
      <p:sp>
        <p:nvSpPr>
          <p:cNvPr id="4" name="Текст 3">
            <a:extLst>
              <a:ext uri="{FF2B5EF4-FFF2-40B4-BE49-F238E27FC236}">
                <a16:creationId xmlns:a16="http://schemas.microsoft.com/office/drawing/2014/main" id="{20DD1975-A353-A048-C026-473CC8DE52B2}"/>
              </a:ext>
            </a:extLst>
          </p:cNvPr>
          <p:cNvSpPr>
            <a:spLocks noGrp="1"/>
          </p:cNvSpPr>
          <p:nvPr>
            <p:ph type="body" sz="quarter" idx="13"/>
          </p:nvPr>
        </p:nvSpPr>
        <p:spPr/>
        <p:txBody>
          <a:bodyPr>
            <a:noAutofit/>
          </a:bodyPr>
          <a:lstStyle/>
          <a:p>
            <a:r>
              <a:rPr lang="ru-RU" sz="1500" b="1">
                <a:solidFill>
                  <a:srgbClr val="002C5F"/>
                </a:solidFill>
                <a:latin typeface="Arial" panose="020B0604020202020204" pitchFamily="34" charset="0"/>
              </a:rPr>
              <a:t>2. Критерий самопроизвольности процессов</a:t>
            </a:r>
          </a:p>
          <a:p>
            <a:r>
              <a:rPr lang="ru-RU" sz="1200">
                <a:solidFill>
                  <a:srgbClr val="242834"/>
                </a:solidFill>
                <a:latin typeface="Arial" panose="020B0604020202020204" pitchFamily="34" charset="0"/>
              </a:rPr>
              <a:t>• Принцип «энергетической ямы»: изолированная система самопроизвольно стремится к состоянию с минимальной свободной энергией.</a:t>
            </a:r>
          </a:p>
          <a:p>
            <a:r>
              <a:rPr lang="ru-RU" sz="1200">
                <a:solidFill>
                  <a:srgbClr val="242834"/>
                </a:solidFill>
                <a:latin typeface="Arial" panose="020B0604020202020204" pitchFamily="34" charset="0"/>
              </a:rPr>
              <a:t>• Энергия Гиббса G [Дж]: потенциал при постоянных T и P, отражающий баланс порядка и хаоса: G = H - TS, где:</a:t>
            </a:r>
          </a:p>
          <a:p>
            <a:r>
              <a:rPr lang="ru-RU" sz="1200">
                <a:solidFill>
                  <a:srgbClr val="242834"/>
                </a:solidFill>
                <a:latin typeface="Arial" panose="020B0604020202020204" pitchFamily="34" charset="0"/>
              </a:rPr>
              <a:t>   – H — энтальпия [Дж] (теплосодержание, энергия межатомных связей: H = U + PV, где U — внутренняя энергия);</a:t>
            </a:r>
          </a:p>
          <a:p>
            <a:r>
              <a:rPr lang="ru-RU" sz="1200">
                <a:solidFill>
                  <a:srgbClr val="242834"/>
                </a:solidFill>
                <a:latin typeface="Arial" panose="020B0604020202020204" pitchFamily="34" charset="0"/>
              </a:rPr>
              <a:t>   – S — энтропия [Дж/К] (мера хаоса и неупорядоченности микросостояний);</a:t>
            </a:r>
          </a:p>
          <a:p>
            <a:r>
              <a:rPr lang="ru-RU" sz="1200">
                <a:solidFill>
                  <a:srgbClr val="242834"/>
                </a:solidFill>
                <a:latin typeface="Arial" panose="020B0604020202020204" pitchFamily="34" charset="0"/>
              </a:rPr>
              <a:t>   – T — абсолютная температура [К]; член TS — фактор теплового разупорядочения.</a:t>
            </a:r>
          </a:p>
          <a:p>
            <a:r>
              <a:rPr lang="ru-RU" sz="1200">
                <a:solidFill>
                  <a:srgbClr val="242834"/>
                </a:solidFill>
                <a:latin typeface="Arial" panose="020B0604020202020204" pitchFamily="34" charset="0"/>
              </a:rPr>
              <a:t>• Изменение энергии Гиббса ΔG [Дж]:</a:t>
            </a:r>
          </a:p>
          <a:p>
            <a:r>
              <a:rPr lang="ru-RU" sz="1200">
                <a:solidFill>
                  <a:srgbClr val="242834"/>
                </a:solidFill>
                <a:latin typeface="Arial" panose="020B0604020202020204" pitchFamily="34" charset="0"/>
              </a:rPr>
              <a:t>   – ΔG &lt; 0 — процесс идет самопроизвольно («скатывание в яму»);</a:t>
            </a:r>
          </a:p>
          <a:p>
            <a:r>
              <a:rPr lang="ru-RU" sz="1200">
                <a:solidFill>
                  <a:srgbClr val="242834"/>
                </a:solidFill>
                <a:latin typeface="Arial" panose="020B0604020202020204" pitchFamily="34" charset="0"/>
              </a:rPr>
              <a:t>   – ΔG = 0 — термодинамическое равновесие (дно потенциальной ямы);</a:t>
            </a:r>
          </a:p>
          <a:p>
            <a:r>
              <a:rPr lang="ru-RU" sz="1200">
                <a:solidFill>
                  <a:srgbClr val="242834"/>
                </a:solidFill>
                <a:latin typeface="Arial" panose="020B0604020202020204" pitchFamily="34" charset="0"/>
              </a:rPr>
              <a:t>   – ΔG &gt; 0 — процесс термодинамически запрещен без притока энергии извне.</a:t>
            </a:r>
          </a:p>
          <a:p>
            <a:r>
              <a:rPr lang="ru-RU" sz="1200">
                <a:solidFill>
                  <a:srgbClr val="242834"/>
                </a:solidFill>
                <a:latin typeface="Arial" panose="020B0604020202020204" pitchFamily="34" charset="0"/>
              </a:rPr>
              <a:t>• В наномире: из-за избытка поверхностных атомов форма и глубина ямы G резко меняются!</a:t>
            </a:r>
          </a:p>
        </p:txBody>
      </p:sp>
    </p:spTree>
    <p:extLst>
      <p:ext uri="{BB962C8B-B14F-4D97-AF65-F5344CB8AC3E}">
        <p14:creationId xmlns:p14="http://schemas.microsoft.com/office/powerpoint/2010/main" val="2592607171"/>
      </p:ext>
    </p:extLst>
  </p:cSld>
  <p:clrMapOvr>
    <a:masterClrMapping/>
  </p:clrMapOvr>
</p:sld>
</file>

<file path=ppt/theme/theme1.xml><?xml version="1.0" encoding="utf-8"?>
<a:theme xmlns:a="http://schemas.openxmlformats.org/drawingml/2006/main" name="Титульная страница">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ГУАП презентация курса.potx" id="{0DF838E0-DD05-488A-AC6B-E98ACB4C24AD}" vid="{75426110-BF82-4921-B51E-81780A536C48}"/>
    </a:ext>
  </a:extLst>
</a:theme>
</file>

<file path=ppt/theme/theme2.xml><?xml version="1.0" encoding="utf-8"?>
<a:theme xmlns:a="http://schemas.openxmlformats.org/drawingml/2006/main" name="Текстов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8C20C85A-CFD0-4C40-80A0-6689F915CE1B}"/>
    </a:ext>
  </a:extLst>
</a:theme>
</file>

<file path=ppt/theme/theme3.xml><?xml version="1.0" encoding="utf-8"?>
<a:theme xmlns:a="http://schemas.openxmlformats.org/drawingml/2006/main" name="Универсальные блоки - таблицы, рисунки, диаграммы">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001A831C-BEEC-4D03-A706-230513593B8E}"/>
    </a:ext>
  </a:extLst>
</a:theme>
</file>

<file path=ppt/theme/theme4.xml><?xml version="1.0" encoding="utf-8"?>
<a:theme xmlns:a="http://schemas.openxmlformats.org/drawingml/2006/main" name="Дополнительн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AFBC0B84-8B15-49D7-9C5E-B813409B8E8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ГУАП презентация курса - шаблон</Template>
  <TotalTime>11</TotalTime>
  <Words>1983</Words>
  <Application>Microsoft Office PowerPoint</Application>
  <PresentationFormat>Широкоэкранный</PresentationFormat>
  <Paragraphs>202</Paragraphs>
  <Slides>31</Slides>
  <Notes>9</Notes>
  <HiddenSlides>0</HiddenSlides>
  <MMClips>0</MMClips>
  <ScaleCrop>false</ScaleCrop>
  <HeadingPairs>
    <vt:vector size="6" baseType="variant">
      <vt:variant>
        <vt:lpstr>Использованные шрифты</vt:lpstr>
      </vt:variant>
      <vt:variant>
        <vt:i4>3</vt:i4>
      </vt:variant>
      <vt:variant>
        <vt:lpstr>Тема</vt:lpstr>
      </vt:variant>
      <vt:variant>
        <vt:i4>4</vt:i4>
      </vt:variant>
      <vt:variant>
        <vt:lpstr>Заголовки слайдов</vt:lpstr>
      </vt:variant>
      <vt:variant>
        <vt:i4>31</vt:i4>
      </vt:variant>
    </vt:vector>
  </HeadingPairs>
  <TitlesOfParts>
    <vt:vector size="38" baseType="lpstr">
      <vt:lpstr>Calibri</vt:lpstr>
      <vt:lpstr>Wingdings</vt:lpstr>
      <vt:lpstr>Arial</vt:lpstr>
      <vt:lpstr>Титульная страница</vt:lpstr>
      <vt:lpstr>Текстовые блоки</vt:lpstr>
      <vt:lpstr>Универсальные блоки - таблицы, рисунки, диаграммы</vt:lpstr>
      <vt:lpstr>Дополнительные блоки</vt:lpstr>
      <vt:lpstr>Фирменный стиль  презентаций</vt:lpstr>
      <vt:lpstr>Основные правила: направляющие, стили</vt:lpstr>
      <vt:lpstr>Основные правила: макеты и цветовая палитра</vt:lpstr>
      <vt:lpstr>Основные правила: текстовые стили</vt:lpstr>
      <vt:lpstr>Основные правила: текстовые стили</vt:lpstr>
      <vt:lpstr>Основные правила: таблицы</vt:lpstr>
      <vt:lpstr>Основные правила: изображения</vt:lpstr>
      <vt:lpstr>Пример использования  макетов шаблона</vt:lpstr>
      <vt:lpstr>Заголовок презентации</vt:lpstr>
      <vt:lpstr>Текст – один блок</vt:lpstr>
      <vt:lpstr>Текст – два блока</vt:lpstr>
      <vt:lpstr>Текст – два блока (с рамкой)</vt:lpstr>
      <vt:lpstr>Текст – две колонки в одном блоке</vt:lpstr>
      <vt:lpstr>Содержимое слайда в одной колонке (универсальный блок)</vt:lpstr>
      <vt:lpstr>Содержимое слайда в одной колонке с заголовком (универсальный блок)</vt:lpstr>
      <vt:lpstr>Содержимое слайда в двух колонках с заголовками (универсальный блок)</vt:lpstr>
      <vt:lpstr>Текст и диаграмма в двух колонках (универсальный блок)</vt:lpstr>
      <vt:lpstr>Текст и рисунок в двух колонках (универсальный блок)</vt:lpstr>
      <vt:lpstr>Схема с использованием базового набора фигур  (см. Дополнительные материалы, слайд 26)</vt:lpstr>
      <vt:lpstr>Здание ГУАП со стороны реки Мойки</vt:lpstr>
      <vt:lpstr>Презентация PowerPoint</vt:lpstr>
      <vt:lpstr>Презентация PowerPoint</vt:lpstr>
      <vt:lpstr>Дополнительные  материалы </vt:lpstr>
      <vt:lpstr>Иконки подразделений. Фирменный цвет подразделений</vt:lpstr>
      <vt:lpstr>Иконки подразделений. Цветовая палитра ГУАП</vt:lpstr>
      <vt:lpstr>Базовый набор фигур *</vt:lpstr>
      <vt:lpstr>Презентация PowerPoint</vt:lpstr>
      <vt:lpstr>Презентация PowerPoint</vt:lpstr>
      <vt:lpstr>Презентация PowerPoint</vt:lpstr>
      <vt:lpstr>Термодинамика наноструктур</vt:lpstr>
      <vt:lpstr>Основы термодинамики: куда и почему течет энергия?</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Фирменный стиль  презентаций</dc:title>
  <dc:subject/>
  <dc:creator>Алексей Малышев</dc:creator>
  <cp:keywords/>
  <dc:description/>
  <cp:lastModifiedBy>Дмитрий Попов</cp:lastModifiedBy>
  <cp:revision>5</cp:revision>
  <dcterms:created xsi:type="dcterms:W3CDTF">2023-06-16T08:15:39Z</dcterms:created>
  <dcterms:modified xsi:type="dcterms:W3CDTF">2026-09-16T05:11:17Z</dcterms:modified>
  <cp:category/>
</cp:coreProperties>
</file>